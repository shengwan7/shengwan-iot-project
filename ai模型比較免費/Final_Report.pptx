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55684B-E762-45F0-B7C1-3E38CE516E84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2EDE30-5409-480A-88A4-E5B14519266F}">
      <dgm:prSet/>
      <dgm:spPr/>
      <dgm:t>
        <a:bodyPr/>
        <a:lstStyle/>
        <a:p>
          <a:r>
            <a:rPr lang="en-US"/>
            <a:t>探索開源 LLM 在本地環境部署的可行性</a:t>
          </a:r>
        </a:p>
      </dgm:t>
    </dgm:pt>
    <dgm:pt modelId="{7FC393BB-DE2D-4138-9098-D66A8E0E4658}" type="parTrans" cxnId="{59969158-6829-4B3A-B3F2-13C9BBE038E3}">
      <dgm:prSet/>
      <dgm:spPr/>
      <dgm:t>
        <a:bodyPr/>
        <a:lstStyle/>
        <a:p>
          <a:endParaRPr lang="en-US"/>
        </a:p>
      </dgm:t>
    </dgm:pt>
    <dgm:pt modelId="{58A8EA6D-84AC-4530-AD28-4B4D0FD7F8B7}" type="sibTrans" cxnId="{59969158-6829-4B3A-B3F2-13C9BBE038E3}">
      <dgm:prSet/>
      <dgm:spPr/>
      <dgm:t>
        <a:bodyPr/>
        <a:lstStyle/>
        <a:p>
          <a:endParaRPr lang="en-US"/>
        </a:p>
      </dgm:t>
    </dgm:pt>
    <dgm:pt modelId="{81A61C83-B780-4239-80A1-B293152A9580}">
      <dgm:prSet/>
      <dgm:spPr/>
      <dgm:t>
        <a:bodyPr/>
        <a:lstStyle/>
        <a:p>
          <a:r>
            <a:rPr lang="en-US"/>
            <a:t>比較不同模型在處理特定技術文件時的表現差異</a:t>
          </a:r>
        </a:p>
      </dgm:t>
    </dgm:pt>
    <dgm:pt modelId="{A5DC6276-C658-4E78-8679-136DFF1378CB}" type="parTrans" cxnId="{AB9638F2-CA54-4455-ABCB-165ED6335640}">
      <dgm:prSet/>
      <dgm:spPr/>
      <dgm:t>
        <a:bodyPr/>
        <a:lstStyle/>
        <a:p>
          <a:endParaRPr lang="en-US"/>
        </a:p>
      </dgm:t>
    </dgm:pt>
    <dgm:pt modelId="{F5C167D2-E1E2-497D-A5CE-153E2B0FBB5A}" type="sibTrans" cxnId="{AB9638F2-CA54-4455-ABCB-165ED6335640}">
      <dgm:prSet/>
      <dgm:spPr/>
      <dgm:t>
        <a:bodyPr/>
        <a:lstStyle/>
        <a:p>
          <a:endParaRPr lang="en-US"/>
        </a:p>
      </dgm:t>
    </dgm:pt>
    <dgm:pt modelId="{7D607BD7-BEA2-4B90-8D1A-1716CE41F0D8}">
      <dgm:prSet/>
      <dgm:spPr/>
      <dgm:t>
        <a:bodyPr/>
        <a:lstStyle/>
        <a:p>
          <a:r>
            <a:rPr lang="en-US"/>
            <a:t>尋求 100% 免費且無需 API Key 的高效 AI 解決方案</a:t>
          </a:r>
        </a:p>
      </dgm:t>
    </dgm:pt>
    <dgm:pt modelId="{49D34C87-029F-4FE0-8423-575D1B9DF319}" type="parTrans" cxnId="{2908BFFB-E991-4C09-AC8D-A6CD346A95A6}">
      <dgm:prSet/>
      <dgm:spPr/>
      <dgm:t>
        <a:bodyPr/>
        <a:lstStyle/>
        <a:p>
          <a:endParaRPr lang="en-US"/>
        </a:p>
      </dgm:t>
    </dgm:pt>
    <dgm:pt modelId="{8586985F-1FA2-40A6-A771-FB61FEF186A5}" type="sibTrans" cxnId="{2908BFFB-E991-4C09-AC8D-A6CD346A95A6}">
      <dgm:prSet/>
      <dgm:spPr/>
      <dgm:t>
        <a:bodyPr/>
        <a:lstStyle/>
        <a:p>
          <a:endParaRPr lang="en-US"/>
        </a:p>
      </dgm:t>
    </dgm:pt>
    <dgm:pt modelId="{AA78C5EC-FD5A-4F45-AE81-C485762EB031}">
      <dgm:prSet/>
      <dgm:spPr/>
      <dgm:t>
        <a:bodyPr/>
        <a:lstStyle/>
        <a:p>
          <a:r>
            <a:rPr lang="en-US"/>
            <a:t>驗證本地模型在隱私保護與回應速度上的平衡</a:t>
          </a:r>
        </a:p>
      </dgm:t>
    </dgm:pt>
    <dgm:pt modelId="{A69D0B09-916B-40F2-8DDE-05B10DDD36FB}" type="parTrans" cxnId="{88B060C3-D700-4F3B-812F-51591EBCDE76}">
      <dgm:prSet/>
      <dgm:spPr/>
      <dgm:t>
        <a:bodyPr/>
        <a:lstStyle/>
        <a:p>
          <a:endParaRPr lang="en-US"/>
        </a:p>
      </dgm:t>
    </dgm:pt>
    <dgm:pt modelId="{EDE4F86A-9CBA-4C60-9763-61D89B8C7CDB}" type="sibTrans" cxnId="{88B060C3-D700-4F3B-812F-51591EBCDE76}">
      <dgm:prSet/>
      <dgm:spPr/>
      <dgm:t>
        <a:bodyPr/>
        <a:lstStyle/>
        <a:p>
          <a:endParaRPr lang="en-US"/>
        </a:p>
      </dgm:t>
    </dgm:pt>
    <dgm:pt modelId="{723BE56B-7EED-431C-90F8-34C1D7930130}" type="pres">
      <dgm:prSet presAssocID="{3155684B-E762-45F0-B7C1-3E38CE516E84}" presName="matrix" presStyleCnt="0">
        <dgm:presLayoutVars>
          <dgm:chMax val="1"/>
          <dgm:dir/>
          <dgm:resizeHandles val="exact"/>
        </dgm:presLayoutVars>
      </dgm:prSet>
      <dgm:spPr/>
    </dgm:pt>
    <dgm:pt modelId="{6DFB4467-73C2-4B62-AB6B-86B7E5595DB6}" type="pres">
      <dgm:prSet presAssocID="{3155684B-E762-45F0-B7C1-3E38CE516E84}" presName="diamond" presStyleLbl="bgShp" presStyleIdx="0" presStyleCnt="1"/>
      <dgm:spPr/>
    </dgm:pt>
    <dgm:pt modelId="{194AA9D7-965A-4338-9D55-CD6B2D2F4AA4}" type="pres">
      <dgm:prSet presAssocID="{3155684B-E762-45F0-B7C1-3E38CE516E8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B13A024-D255-485A-9C26-4185D63BD81A}" type="pres">
      <dgm:prSet presAssocID="{3155684B-E762-45F0-B7C1-3E38CE516E8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C8B2434-D934-4BA1-853C-2E0A34F609EC}" type="pres">
      <dgm:prSet presAssocID="{3155684B-E762-45F0-B7C1-3E38CE516E8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2098140-E395-4828-9C95-A1D1BD2B3C99}" type="pres">
      <dgm:prSet presAssocID="{3155684B-E762-45F0-B7C1-3E38CE516E8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C5F4E06-492B-4D1A-94BE-15265CAC4FD8}" type="presOf" srcId="{B62EDE30-5409-480A-88A4-E5B14519266F}" destId="{194AA9D7-965A-4338-9D55-CD6B2D2F4AA4}" srcOrd="0" destOrd="0" presId="urn:microsoft.com/office/officeart/2005/8/layout/matrix3"/>
    <dgm:cxn modelId="{20DF372F-F6CC-49A5-B0BF-0D6FD44CD125}" type="presOf" srcId="{81A61C83-B780-4239-80A1-B293152A9580}" destId="{0B13A024-D255-485A-9C26-4185D63BD81A}" srcOrd="0" destOrd="0" presId="urn:microsoft.com/office/officeart/2005/8/layout/matrix3"/>
    <dgm:cxn modelId="{D32DE15D-5AF0-44C9-B7F1-808708F1F59C}" type="presOf" srcId="{3155684B-E762-45F0-B7C1-3E38CE516E84}" destId="{723BE56B-7EED-431C-90F8-34C1D7930130}" srcOrd="0" destOrd="0" presId="urn:microsoft.com/office/officeart/2005/8/layout/matrix3"/>
    <dgm:cxn modelId="{59969158-6829-4B3A-B3F2-13C9BBE038E3}" srcId="{3155684B-E762-45F0-B7C1-3E38CE516E84}" destId="{B62EDE30-5409-480A-88A4-E5B14519266F}" srcOrd="0" destOrd="0" parTransId="{7FC393BB-DE2D-4138-9098-D66A8E0E4658}" sibTransId="{58A8EA6D-84AC-4530-AD28-4B4D0FD7F8B7}"/>
    <dgm:cxn modelId="{44F33499-E466-4417-87E2-4A8FB15245BE}" type="presOf" srcId="{7D607BD7-BEA2-4B90-8D1A-1716CE41F0D8}" destId="{9C8B2434-D934-4BA1-853C-2E0A34F609EC}" srcOrd="0" destOrd="0" presId="urn:microsoft.com/office/officeart/2005/8/layout/matrix3"/>
    <dgm:cxn modelId="{88B060C3-D700-4F3B-812F-51591EBCDE76}" srcId="{3155684B-E762-45F0-B7C1-3E38CE516E84}" destId="{AA78C5EC-FD5A-4F45-AE81-C485762EB031}" srcOrd="3" destOrd="0" parTransId="{A69D0B09-916B-40F2-8DDE-05B10DDD36FB}" sibTransId="{EDE4F86A-9CBA-4C60-9763-61D89B8C7CDB}"/>
    <dgm:cxn modelId="{6C09E8DE-DA80-4200-8242-432DE495E3AD}" type="presOf" srcId="{AA78C5EC-FD5A-4F45-AE81-C485762EB031}" destId="{92098140-E395-4828-9C95-A1D1BD2B3C99}" srcOrd="0" destOrd="0" presId="urn:microsoft.com/office/officeart/2005/8/layout/matrix3"/>
    <dgm:cxn modelId="{AB9638F2-CA54-4455-ABCB-165ED6335640}" srcId="{3155684B-E762-45F0-B7C1-3E38CE516E84}" destId="{81A61C83-B780-4239-80A1-B293152A9580}" srcOrd="1" destOrd="0" parTransId="{A5DC6276-C658-4E78-8679-136DFF1378CB}" sibTransId="{F5C167D2-E1E2-497D-A5CE-153E2B0FBB5A}"/>
    <dgm:cxn modelId="{2908BFFB-E991-4C09-AC8D-A6CD346A95A6}" srcId="{3155684B-E762-45F0-B7C1-3E38CE516E84}" destId="{7D607BD7-BEA2-4B90-8D1A-1716CE41F0D8}" srcOrd="2" destOrd="0" parTransId="{49D34C87-029F-4FE0-8423-575D1B9DF319}" sibTransId="{8586985F-1FA2-40A6-A771-FB61FEF186A5}"/>
    <dgm:cxn modelId="{7BDE84C8-A016-4AED-8987-A253BD4E859C}" type="presParOf" srcId="{723BE56B-7EED-431C-90F8-34C1D7930130}" destId="{6DFB4467-73C2-4B62-AB6B-86B7E5595DB6}" srcOrd="0" destOrd="0" presId="urn:microsoft.com/office/officeart/2005/8/layout/matrix3"/>
    <dgm:cxn modelId="{516A29EA-881E-408D-AF61-8203BC7EDE05}" type="presParOf" srcId="{723BE56B-7EED-431C-90F8-34C1D7930130}" destId="{194AA9D7-965A-4338-9D55-CD6B2D2F4AA4}" srcOrd="1" destOrd="0" presId="urn:microsoft.com/office/officeart/2005/8/layout/matrix3"/>
    <dgm:cxn modelId="{456BF901-2292-414F-A796-4065500BD07D}" type="presParOf" srcId="{723BE56B-7EED-431C-90F8-34C1D7930130}" destId="{0B13A024-D255-485A-9C26-4185D63BD81A}" srcOrd="2" destOrd="0" presId="urn:microsoft.com/office/officeart/2005/8/layout/matrix3"/>
    <dgm:cxn modelId="{E4F8F9EC-D57C-4601-9202-59B7887D1195}" type="presParOf" srcId="{723BE56B-7EED-431C-90F8-34C1D7930130}" destId="{9C8B2434-D934-4BA1-853C-2E0A34F609EC}" srcOrd="3" destOrd="0" presId="urn:microsoft.com/office/officeart/2005/8/layout/matrix3"/>
    <dgm:cxn modelId="{973E74F0-6312-4944-A47E-DF13CD0A6534}" type="presParOf" srcId="{723BE56B-7EED-431C-90F8-34C1D7930130}" destId="{92098140-E395-4828-9C95-A1D1BD2B3C9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AB4A3C-E14F-4487-A4C2-2BCD9926C0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BE54AA-D00E-4771-A6D5-4307BC09B4CC}">
      <dgm:prSet/>
      <dgm:spPr/>
      <dgm:t>
        <a:bodyPr/>
        <a:lstStyle/>
        <a:p>
          <a:r>
            <a:rPr lang="en-US"/>
            <a:t>核心框架：使用 Ollama 進行本地模型管理與運行</a:t>
          </a:r>
        </a:p>
      </dgm:t>
    </dgm:pt>
    <dgm:pt modelId="{6A8A0096-3040-4205-981E-B3B54477F71E}" type="parTrans" cxnId="{2452B2EA-F4FF-4C2A-AE69-63EF7D658A95}">
      <dgm:prSet/>
      <dgm:spPr/>
      <dgm:t>
        <a:bodyPr/>
        <a:lstStyle/>
        <a:p>
          <a:endParaRPr lang="en-US"/>
        </a:p>
      </dgm:t>
    </dgm:pt>
    <dgm:pt modelId="{75DF3A49-D531-439A-B0A3-B2DE00139AE8}" type="sibTrans" cxnId="{2452B2EA-F4FF-4C2A-AE69-63EF7D658A95}">
      <dgm:prSet/>
      <dgm:spPr/>
      <dgm:t>
        <a:bodyPr/>
        <a:lstStyle/>
        <a:p>
          <a:endParaRPr lang="en-US"/>
        </a:p>
      </dgm:t>
    </dgm:pt>
    <dgm:pt modelId="{32206DC4-5021-4969-A690-7C40138C343B}">
      <dgm:prSet/>
      <dgm:spPr/>
      <dgm:t>
        <a:bodyPr/>
        <a:lstStyle/>
        <a:p>
          <a:r>
            <a:rPr lang="en-US"/>
            <a:t>測試模型：DeepSeek-R1, Gemma4, Qwen3</a:t>
          </a:r>
        </a:p>
      </dgm:t>
    </dgm:pt>
    <dgm:pt modelId="{FD501ED4-64FF-494D-82B3-E77F465F11B3}" type="parTrans" cxnId="{6066DE05-3614-4AB2-B27A-CFC30AFF51E9}">
      <dgm:prSet/>
      <dgm:spPr/>
      <dgm:t>
        <a:bodyPr/>
        <a:lstStyle/>
        <a:p>
          <a:endParaRPr lang="en-US"/>
        </a:p>
      </dgm:t>
    </dgm:pt>
    <dgm:pt modelId="{B16BC829-BFC4-4186-A4E2-85DBDA23B6A8}" type="sibTrans" cxnId="{6066DE05-3614-4AB2-B27A-CFC30AFF51E9}">
      <dgm:prSet/>
      <dgm:spPr/>
      <dgm:t>
        <a:bodyPr/>
        <a:lstStyle/>
        <a:p>
          <a:endParaRPr lang="en-US"/>
        </a:p>
      </dgm:t>
    </dgm:pt>
    <dgm:pt modelId="{B617AD11-1FCF-4C78-9450-35108C2575B1}">
      <dgm:prSet/>
      <dgm:spPr/>
      <dgm:t>
        <a:bodyPr/>
        <a:lstStyle/>
        <a:p>
          <a:r>
            <a:rPr lang="en-US"/>
            <a:t>成本分析：完全免費，無需申請 API Key，無 Token 費用</a:t>
          </a:r>
        </a:p>
      </dgm:t>
    </dgm:pt>
    <dgm:pt modelId="{B454B29E-7C00-417B-BAD6-369E34E9AAF5}" type="parTrans" cxnId="{E8CEC5E9-26BE-49A5-BE80-904448BADC34}">
      <dgm:prSet/>
      <dgm:spPr/>
      <dgm:t>
        <a:bodyPr/>
        <a:lstStyle/>
        <a:p>
          <a:endParaRPr lang="en-US"/>
        </a:p>
      </dgm:t>
    </dgm:pt>
    <dgm:pt modelId="{96DB5CC6-597A-498C-9065-E7F342E6C891}" type="sibTrans" cxnId="{E8CEC5E9-26BE-49A5-BE80-904448BADC34}">
      <dgm:prSet/>
      <dgm:spPr/>
      <dgm:t>
        <a:bodyPr/>
        <a:lstStyle/>
        <a:p>
          <a:endParaRPr lang="en-US"/>
        </a:p>
      </dgm:t>
    </dgm:pt>
    <dgm:pt modelId="{F87EF8D5-F8D9-4D0C-9CE9-E09680F8F544}">
      <dgm:prSet/>
      <dgm:spPr/>
      <dgm:t>
        <a:bodyPr/>
        <a:lstStyle/>
        <a:p>
          <a:r>
            <a:rPr lang="en-US"/>
            <a:t>部署方式：一鍵式本地部署，確保數據不外流</a:t>
          </a:r>
        </a:p>
      </dgm:t>
    </dgm:pt>
    <dgm:pt modelId="{BEE76E79-F4B1-4DEE-B41A-8588CF6A47B1}" type="parTrans" cxnId="{EEAA4B8F-7ECB-4291-9F77-F67A2CCBBDA4}">
      <dgm:prSet/>
      <dgm:spPr/>
      <dgm:t>
        <a:bodyPr/>
        <a:lstStyle/>
        <a:p>
          <a:endParaRPr lang="en-US"/>
        </a:p>
      </dgm:t>
    </dgm:pt>
    <dgm:pt modelId="{50E0A111-9E69-4E14-8805-33E9660CB1CD}" type="sibTrans" cxnId="{EEAA4B8F-7ECB-4291-9F77-F67A2CCBBDA4}">
      <dgm:prSet/>
      <dgm:spPr/>
      <dgm:t>
        <a:bodyPr/>
        <a:lstStyle/>
        <a:p>
          <a:endParaRPr lang="en-US"/>
        </a:p>
      </dgm:t>
    </dgm:pt>
    <dgm:pt modelId="{6A022891-01C0-4FDB-930D-11EF2B43FFBE}" type="pres">
      <dgm:prSet presAssocID="{33AB4A3C-E14F-4487-A4C2-2BCD9926C09F}" presName="linear" presStyleCnt="0">
        <dgm:presLayoutVars>
          <dgm:animLvl val="lvl"/>
          <dgm:resizeHandles val="exact"/>
        </dgm:presLayoutVars>
      </dgm:prSet>
      <dgm:spPr/>
    </dgm:pt>
    <dgm:pt modelId="{B9FCCC44-8BD1-4293-AE5B-CD477565D5B5}" type="pres">
      <dgm:prSet presAssocID="{3CBE54AA-D00E-4771-A6D5-4307BC09B4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3483FF-5868-46E4-81AD-9C51C77F5742}" type="pres">
      <dgm:prSet presAssocID="{75DF3A49-D531-439A-B0A3-B2DE00139AE8}" presName="spacer" presStyleCnt="0"/>
      <dgm:spPr/>
    </dgm:pt>
    <dgm:pt modelId="{C4A4B67B-6884-4F70-812C-433BB3A9CBBB}" type="pres">
      <dgm:prSet presAssocID="{32206DC4-5021-4969-A690-7C40138C34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51801B-95BA-439F-B928-F11DF0DCFE3F}" type="pres">
      <dgm:prSet presAssocID="{B16BC829-BFC4-4186-A4E2-85DBDA23B6A8}" presName="spacer" presStyleCnt="0"/>
      <dgm:spPr/>
    </dgm:pt>
    <dgm:pt modelId="{12022CDF-1A1B-4D97-9823-CBDA4BDA23C8}" type="pres">
      <dgm:prSet presAssocID="{B617AD11-1FCF-4C78-9450-35108C2575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DFC9CC-C943-4B88-A53D-388025AA392C}" type="pres">
      <dgm:prSet presAssocID="{96DB5CC6-597A-498C-9065-E7F342E6C891}" presName="spacer" presStyleCnt="0"/>
      <dgm:spPr/>
    </dgm:pt>
    <dgm:pt modelId="{EA1255F1-6B5A-4308-AC92-94442F409B16}" type="pres">
      <dgm:prSet presAssocID="{F87EF8D5-F8D9-4D0C-9CE9-E09680F8F54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066DE05-3614-4AB2-B27A-CFC30AFF51E9}" srcId="{33AB4A3C-E14F-4487-A4C2-2BCD9926C09F}" destId="{32206DC4-5021-4969-A690-7C40138C343B}" srcOrd="1" destOrd="0" parTransId="{FD501ED4-64FF-494D-82B3-E77F465F11B3}" sibTransId="{B16BC829-BFC4-4186-A4E2-85DBDA23B6A8}"/>
    <dgm:cxn modelId="{4F4D3246-D5E9-4B44-B5BC-0816691BDE55}" type="presOf" srcId="{F87EF8D5-F8D9-4D0C-9CE9-E09680F8F544}" destId="{EA1255F1-6B5A-4308-AC92-94442F409B16}" srcOrd="0" destOrd="0" presId="urn:microsoft.com/office/officeart/2005/8/layout/vList2"/>
    <dgm:cxn modelId="{10BB0B72-DE8A-4EE2-8196-5D7F7187D404}" type="presOf" srcId="{32206DC4-5021-4969-A690-7C40138C343B}" destId="{C4A4B67B-6884-4F70-812C-433BB3A9CBBB}" srcOrd="0" destOrd="0" presId="urn:microsoft.com/office/officeart/2005/8/layout/vList2"/>
    <dgm:cxn modelId="{E901E68B-B7D4-4098-B27E-2E208224F170}" type="presOf" srcId="{33AB4A3C-E14F-4487-A4C2-2BCD9926C09F}" destId="{6A022891-01C0-4FDB-930D-11EF2B43FFBE}" srcOrd="0" destOrd="0" presId="urn:microsoft.com/office/officeart/2005/8/layout/vList2"/>
    <dgm:cxn modelId="{EEAA4B8F-7ECB-4291-9F77-F67A2CCBBDA4}" srcId="{33AB4A3C-E14F-4487-A4C2-2BCD9926C09F}" destId="{F87EF8D5-F8D9-4D0C-9CE9-E09680F8F544}" srcOrd="3" destOrd="0" parTransId="{BEE76E79-F4B1-4DEE-B41A-8588CF6A47B1}" sibTransId="{50E0A111-9E69-4E14-8805-33E9660CB1CD}"/>
    <dgm:cxn modelId="{13AFD89E-6054-4337-8C27-8874864D2595}" type="presOf" srcId="{B617AD11-1FCF-4C78-9450-35108C2575B1}" destId="{12022CDF-1A1B-4D97-9823-CBDA4BDA23C8}" srcOrd="0" destOrd="0" presId="urn:microsoft.com/office/officeart/2005/8/layout/vList2"/>
    <dgm:cxn modelId="{4A8A32E8-1900-4EFA-BC54-75BD8604F6F8}" type="presOf" srcId="{3CBE54AA-D00E-4771-A6D5-4307BC09B4CC}" destId="{B9FCCC44-8BD1-4293-AE5B-CD477565D5B5}" srcOrd="0" destOrd="0" presId="urn:microsoft.com/office/officeart/2005/8/layout/vList2"/>
    <dgm:cxn modelId="{E8CEC5E9-26BE-49A5-BE80-904448BADC34}" srcId="{33AB4A3C-E14F-4487-A4C2-2BCD9926C09F}" destId="{B617AD11-1FCF-4C78-9450-35108C2575B1}" srcOrd="2" destOrd="0" parTransId="{B454B29E-7C00-417B-BAD6-369E34E9AAF5}" sibTransId="{96DB5CC6-597A-498C-9065-E7F342E6C891}"/>
    <dgm:cxn modelId="{2452B2EA-F4FF-4C2A-AE69-63EF7D658A95}" srcId="{33AB4A3C-E14F-4487-A4C2-2BCD9926C09F}" destId="{3CBE54AA-D00E-4771-A6D5-4307BC09B4CC}" srcOrd="0" destOrd="0" parTransId="{6A8A0096-3040-4205-981E-B3B54477F71E}" sibTransId="{75DF3A49-D531-439A-B0A3-B2DE00139AE8}"/>
    <dgm:cxn modelId="{8058A802-C941-4951-9E21-0537A708028D}" type="presParOf" srcId="{6A022891-01C0-4FDB-930D-11EF2B43FFBE}" destId="{B9FCCC44-8BD1-4293-AE5B-CD477565D5B5}" srcOrd="0" destOrd="0" presId="urn:microsoft.com/office/officeart/2005/8/layout/vList2"/>
    <dgm:cxn modelId="{EFA4B326-887C-4F22-841E-261250B34CA6}" type="presParOf" srcId="{6A022891-01C0-4FDB-930D-11EF2B43FFBE}" destId="{733483FF-5868-46E4-81AD-9C51C77F5742}" srcOrd="1" destOrd="0" presId="urn:microsoft.com/office/officeart/2005/8/layout/vList2"/>
    <dgm:cxn modelId="{A99C3FEA-A543-47ED-BBE9-D93F699A6245}" type="presParOf" srcId="{6A022891-01C0-4FDB-930D-11EF2B43FFBE}" destId="{C4A4B67B-6884-4F70-812C-433BB3A9CBBB}" srcOrd="2" destOrd="0" presId="urn:microsoft.com/office/officeart/2005/8/layout/vList2"/>
    <dgm:cxn modelId="{301E2893-4759-441E-9BC5-28C87A2FE9CA}" type="presParOf" srcId="{6A022891-01C0-4FDB-930D-11EF2B43FFBE}" destId="{A451801B-95BA-439F-B928-F11DF0DCFE3F}" srcOrd="3" destOrd="0" presId="urn:microsoft.com/office/officeart/2005/8/layout/vList2"/>
    <dgm:cxn modelId="{6AD6B0FF-BDA6-4EEA-BC48-1056586B2C11}" type="presParOf" srcId="{6A022891-01C0-4FDB-930D-11EF2B43FFBE}" destId="{12022CDF-1A1B-4D97-9823-CBDA4BDA23C8}" srcOrd="4" destOrd="0" presId="urn:microsoft.com/office/officeart/2005/8/layout/vList2"/>
    <dgm:cxn modelId="{323A8E52-A158-4DFA-BE71-BA16CECF824A}" type="presParOf" srcId="{6A022891-01C0-4FDB-930D-11EF2B43FFBE}" destId="{E6DFC9CC-C943-4B88-A53D-388025AA392C}" srcOrd="5" destOrd="0" presId="urn:microsoft.com/office/officeart/2005/8/layout/vList2"/>
    <dgm:cxn modelId="{1015C7E2-9B12-40B4-A72C-AD0804420FC3}" type="presParOf" srcId="{6A022891-01C0-4FDB-930D-11EF2B43FFBE}" destId="{EA1255F1-6B5A-4308-AC92-94442F409B1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D7064A-C682-44CD-8BCD-ACC9E25D6E6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53B5FDD-AD05-41C4-BE14-0CA849B68A7B}">
      <dgm:prSet/>
      <dgm:spPr/>
      <dgm:t>
        <a:bodyPr/>
        <a:lstStyle/>
        <a:p>
          <a:pPr>
            <a:defRPr cap="all"/>
          </a:pPr>
          <a:r>
            <a:rPr lang="en-US"/>
            <a:t>程式碼編輯器：使用 VS Code 進行腳本撰寫與調試</a:t>
          </a:r>
        </a:p>
      </dgm:t>
    </dgm:pt>
    <dgm:pt modelId="{3D31D58E-F213-4FA6-9941-BE09770B1D1A}" type="parTrans" cxnId="{9D97117A-58B8-4003-93D4-5EEF49759CBC}">
      <dgm:prSet/>
      <dgm:spPr/>
      <dgm:t>
        <a:bodyPr/>
        <a:lstStyle/>
        <a:p>
          <a:endParaRPr lang="en-US"/>
        </a:p>
      </dgm:t>
    </dgm:pt>
    <dgm:pt modelId="{A4D321A4-702A-401F-9D89-E3A92C0F8E90}" type="sibTrans" cxnId="{9D97117A-58B8-4003-93D4-5EEF49759CBC}">
      <dgm:prSet/>
      <dgm:spPr/>
      <dgm:t>
        <a:bodyPr/>
        <a:lstStyle/>
        <a:p>
          <a:endParaRPr lang="en-US"/>
        </a:p>
      </dgm:t>
    </dgm:pt>
    <dgm:pt modelId="{27DD33C1-ED00-4352-A992-BAE43158DE45}">
      <dgm:prSet/>
      <dgm:spPr/>
      <dgm:t>
        <a:bodyPr/>
        <a:lstStyle/>
        <a:p>
          <a:pPr>
            <a:defRPr cap="all"/>
          </a:pPr>
          <a:r>
            <a:rPr lang="en-US"/>
            <a:t>環境管理：透過 OMP (Open Model Platform) 優化運行環境</a:t>
          </a:r>
        </a:p>
      </dgm:t>
    </dgm:pt>
    <dgm:pt modelId="{2618E41A-5053-479E-8714-96EA17424481}" type="parTrans" cxnId="{A4AB8174-5FFE-4DEC-8A60-8EA0A217FE20}">
      <dgm:prSet/>
      <dgm:spPr/>
      <dgm:t>
        <a:bodyPr/>
        <a:lstStyle/>
        <a:p>
          <a:endParaRPr lang="en-US"/>
        </a:p>
      </dgm:t>
    </dgm:pt>
    <dgm:pt modelId="{2DA74C48-E0BE-489C-AAC8-411A210E451F}" type="sibTrans" cxnId="{A4AB8174-5FFE-4DEC-8A60-8EA0A217FE20}">
      <dgm:prSet/>
      <dgm:spPr/>
      <dgm:t>
        <a:bodyPr/>
        <a:lstStyle/>
        <a:p>
          <a:endParaRPr lang="en-US"/>
        </a:p>
      </dgm:t>
    </dgm:pt>
    <dgm:pt modelId="{4877D589-C4E5-43D3-9FD3-4AE4E704C494}">
      <dgm:prSet/>
      <dgm:spPr/>
      <dgm:t>
        <a:bodyPr/>
        <a:lstStyle/>
        <a:p>
          <a:pPr>
            <a:defRPr cap="all"/>
          </a:pPr>
          <a:r>
            <a:rPr lang="en-US"/>
            <a:t>版本控制：使用 Git 進行版本追蹤，同步至 GitHub 儲存庫</a:t>
          </a:r>
        </a:p>
      </dgm:t>
    </dgm:pt>
    <dgm:pt modelId="{1DAF8CC6-1987-428A-8E1F-87E7987C705C}" type="parTrans" cxnId="{514234A6-4FFC-4216-B7E0-4CA427F2CBDA}">
      <dgm:prSet/>
      <dgm:spPr/>
      <dgm:t>
        <a:bodyPr/>
        <a:lstStyle/>
        <a:p>
          <a:endParaRPr lang="en-US"/>
        </a:p>
      </dgm:t>
    </dgm:pt>
    <dgm:pt modelId="{1192263C-3B5D-463B-B3D3-A5DEE0A40A8F}" type="sibTrans" cxnId="{514234A6-4FFC-4216-B7E0-4CA427F2CBDA}">
      <dgm:prSet/>
      <dgm:spPr/>
      <dgm:t>
        <a:bodyPr/>
        <a:lstStyle/>
        <a:p>
          <a:endParaRPr lang="en-US"/>
        </a:p>
      </dgm:t>
    </dgm:pt>
    <dgm:pt modelId="{00B610A7-C249-4EE3-B9FB-60D86B3FCB75}">
      <dgm:prSet/>
      <dgm:spPr/>
      <dgm:t>
        <a:bodyPr/>
        <a:lstStyle/>
        <a:p>
          <a:pPr>
            <a:defRPr cap="all"/>
          </a:pPr>
          <a:r>
            <a:rPr lang="en-US"/>
            <a:t>工作流：Markdown 記錄 $_x000D_ightarrow$ Python 自動化 $_x000D_ightarrow$ PPT 輸出</a:t>
          </a:r>
        </a:p>
      </dgm:t>
    </dgm:pt>
    <dgm:pt modelId="{8749FE4C-DBC1-4D32-89B9-CA0B892A3C34}" type="parTrans" cxnId="{777445AF-B859-448B-88E5-334759D08FF3}">
      <dgm:prSet/>
      <dgm:spPr/>
      <dgm:t>
        <a:bodyPr/>
        <a:lstStyle/>
        <a:p>
          <a:endParaRPr lang="en-US"/>
        </a:p>
      </dgm:t>
    </dgm:pt>
    <dgm:pt modelId="{EFA6B884-DCA7-4BFF-851A-F8F5CE297588}" type="sibTrans" cxnId="{777445AF-B859-448B-88E5-334759D08FF3}">
      <dgm:prSet/>
      <dgm:spPr/>
      <dgm:t>
        <a:bodyPr/>
        <a:lstStyle/>
        <a:p>
          <a:endParaRPr lang="en-US"/>
        </a:p>
      </dgm:t>
    </dgm:pt>
    <dgm:pt modelId="{4B73E59F-4179-4F2F-862F-8A575A917255}" type="pres">
      <dgm:prSet presAssocID="{C1D7064A-C682-44CD-8BCD-ACC9E25D6E60}" presName="root" presStyleCnt="0">
        <dgm:presLayoutVars>
          <dgm:dir/>
          <dgm:resizeHandles val="exact"/>
        </dgm:presLayoutVars>
      </dgm:prSet>
      <dgm:spPr/>
    </dgm:pt>
    <dgm:pt modelId="{C5A59DB6-9964-43FD-97CB-8FE0C033B367}" type="pres">
      <dgm:prSet presAssocID="{153B5FDD-AD05-41C4-BE14-0CA849B68A7B}" presName="compNode" presStyleCnt="0"/>
      <dgm:spPr/>
    </dgm:pt>
    <dgm:pt modelId="{46F23C06-4998-4B81-A886-89350B2732EC}" type="pres">
      <dgm:prSet presAssocID="{153B5FDD-AD05-41C4-BE14-0CA849B68A7B}" presName="iconBgRect" presStyleLbl="bgShp" presStyleIdx="0" presStyleCnt="4"/>
      <dgm:spPr/>
    </dgm:pt>
    <dgm:pt modelId="{4E27D197-0574-4061-A1D6-DA5CED9EDA9D}" type="pres">
      <dgm:prSet presAssocID="{153B5FDD-AD05-41C4-BE14-0CA849B68A7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處理器"/>
        </a:ext>
      </dgm:extLst>
    </dgm:pt>
    <dgm:pt modelId="{FE3EA2CA-CC1B-49C2-9D46-946190516241}" type="pres">
      <dgm:prSet presAssocID="{153B5FDD-AD05-41C4-BE14-0CA849B68A7B}" presName="spaceRect" presStyleCnt="0"/>
      <dgm:spPr/>
    </dgm:pt>
    <dgm:pt modelId="{CFB629D8-3EF0-4586-8739-90EE63A64A5D}" type="pres">
      <dgm:prSet presAssocID="{153B5FDD-AD05-41C4-BE14-0CA849B68A7B}" presName="textRect" presStyleLbl="revTx" presStyleIdx="0" presStyleCnt="4">
        <dgm:presLayoutVars>
          <dgm:chMax val="1"/>
          <dgm:chPref val="1"/>
        </dgm:presLayoutVars>
      </dgm:prSet>
      <dgm:spPr/>
    </dgm:pt>
    <dgm:pt modelId="{170B670F-7E70-4E16-B180-3004D0D0BCE4}" type="pres">
      <dgm:prSet presAssocID="{A4D321A4-702A-401F-9D89-E3A92C0F8E90}" presName="sibTrans" presStyleCnt="0"/>
      <dgm:spPr/>
    </dgm:pt>
    <dgm:pt modelId="{FDF1638F-8F9E-4F69-A345-E55FEBC59FD4}" type="pres">
      <dgm:prSet presAssocID="{27DD33C1-ED00-4352-A992-BAE43158DE45}" presName="compNode" presStyleCnt="0"/>
      <dgm:spPr/>
    </dgm:pt>
    <dgm:pt modelId="{30AF480A-87BF-457C-9E4C-FB37A9DF6A33}" type="pres">
      <dgm:prSet presAssocID="{27DD33C1-ED00-4352-A992-BAE43158DE45}" presName="iconBgRect" presStyleLbl="bgShp" presStyleIdx="1" presStyleCnt="4"/>
      <dgm:spPr/>
    </dgm:pt>
    <dgm:pt modelId="{72027292-1E4D-4BEA-838A-A0C9986BDA8C}" type="pres">
      <dgm:prSet presAssocID="{27DD33C1-ED00-4352-A992-BAE43158DE4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C7375E8E-F606-4A9C-90FC-71062F96C0D2}" type="pres">
      <dgm:prSet presAssocID="{27DD33C1-ED00-4352-A992-BAE43158DE45}" presName="spaceRect" presStyleCnt="0"/>
      <dgm:spPr/>
    </dgm:pt>
    <dgm:pt modelId="{A88842B3-4FE7-4D7C-BCDA-DDF8D731B72A}" type="pres">
      <dgm:prSet presAssocID="{27DD33C1-ED00-4352-A992-BAE43158DE45}" presName="textRect" presStyleLbl="revTx" presStyleIdx="1" presStyleCnt="4">
        <dgm:presLayoutVars>
          <dgm:chMax val="1"/>
          <dgm:chPref val="1"/>
        </dgm:presLayoutVars>
      </dgm:prSet>
      <dgm:spPr/>
    </dgm:pt>
    <dgm:pt modelId="{06911620-8EE9-48A8-A3BF-8890A0EBE5CB}" type="pres">
      <dgm:prSet presAssocID="{2DA74C48-E0BE-489C-AAC8-411A210E451F}" presName="sibTrans" presStyleCnt="0"/>
      <dgm:spPr/>
    </dgm:pt>
    <dgm:pt modelId="{B4268DF0-1DAF-4DA1-8EB8-C5EC4B56675F}" type="pres">
      <dgm:prSet presAssocID="{4877D589-C4E5-43D3-9FD3-4AE4E704C494}" presName="compNode" presStyleCnt="0"/>
      <dgm:spPr/>
    </dgm:pt>
    <dgm:pt modelId="{E2E8A507-8C25-4AC1-9C09-BBBF2E77F4C2}" type="pres">
      <dgm:prSet presAssocID="{4877D589-C4E5-43D3-9FD3-4AE4E704C494}" presName="iconBgRect" presStyleLbl="bgShp" presStyleIdx="2" presStyleCnt="4"/>
      <dgm:spPr/>
    </dgm:pt>
    <dgm:pt modelId="{9D8E5327-2190-4082-A9EB-072D36496DD9}" type="pres">
      <dgm:prSet presAssocID="{4877D589-C4E5-43D3-9FD3-4AE4E704C49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碎紙機"/>
        </a:ext>
      </dgm:extLst>
    </dgm:pt>
    <dgm:pt modelId="{B428CD5C-57A7-4D86-A647-3AD498B56686}" type="pres">
      <dgm:prSet presAssocID="{4877D589-C4E5-43D3-9FD3-4AE4E704C494}" presName="spaceRect" presStyleCnt="0"/>
      <dgm:spPr/>
    </dgm:pt>
    <dgm:pt modelId="{2B8D3C40-F445-4FBA-B248-0AE1999D1970}" type="pres">
      <dgm:prSet presAssocID="{4877D589-C4E5-43D3-9FD3-4AE4E704C494}" presName="textRect" presStyleLbl="revTx" presStyleIdx="2" presStyleCnt="4">
        <dgm:presLayoutVars>
          <dgm:chMax val="1"/>
          <dgm:chPref val="1"/>
        </dgm:presLayoutVars>
      </dgm:prSet>
      <dgm:spPr/>
    </dgm:pt>
    <dgm:pt modelId="{58659B6D-155C-4D30-AE03-D5FE04677D53}" type="pres">
      <dgm:prSet presAssocID="{1192263C-3B5D-463B-B3D3-A5DEE0A40A8F}" presName="sibTrans" presStyleCnt="0"/>
      <dgm:spPr/>
    </dgm:pt>
    <dgm:pt modelId="{16A762B9-4785-4A86-B506-2E05AAA28CCF}" type="pres">
      <dgm:prSet presAssocID="{00B610A7-C249-4EE3-B9FB-60D86B3FCB75}" presName="compNode" presStyleCnt="0"/>
      <dgm:spPr/>
    </dgm:pt>
    <dgm:pt modelId="{0A810FF3-109A-4E50-A8D7-C3F536607700}" type="pres">
      <dgm:prSet presAssocID="{00B610A7-C249-4EE3-B9FB-60D86B3FCB75}" presName="iconBgRect" presStyleLbl="bgShp" presStyleIdx="3" presStyleCnt="4"/>
      <dgm:spPr/>
    </dgm:pt>
    <dgm:pt modelId="{7C687661-4F62-41EE-A088-2C325C2D856F}" type="pres">
      <dgm:prSet presAssocID="{00B610A7-C249-4EE3-B9FB-60D86B3FCB7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程式設計師"/>
        </a:ext>
      </dgm:extLst>
    </dgm:pt>
    <dgm:pt modelId="{499B7CBD-AB15-4C6B-A038-FD3B58C6E817}" type="pres">
      <dgm:prSet presAssocID="{00B610A7-C249-4EE3-B9FB-60D86B3FCB75}" presName="spaceRect" presStyleCnt="0"/>
      <dgm:spPr/>
    </dgm:pt>
    <dgm:pt modelId="{0BE18521-AAAF-4BB3-8C81-24B2B37C0A9B}" type="pres">
      <dgm:prSet presAssocID="{00B610A7-C249-4EE3-B9FB-60D86B3FCB7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DD5B22F-DC20-4F0C-9F25-73564F287115}" type="presOf" srcId="{27DD33C1-ED00-4352-A992-BAE43158DE45}" destId="{A88842B3-4FE7-4D7C-BCDA-DDF8D731B72A}" srcOrd="0" destOrd="0" presId="urn:microsoft.com/office/officeart/2018/5/layout/IconCircleLabelList"/>
    <dgm:cxn modelId="{B63BA650-7A3C-4331-AB9E-5B15B6763699}" type="presOf" srcId="{4877D589-C4E5-43D3-9FD3-4AE4E704C494}" destId="{2B8D3C40-F445-4FBA-B248-0AE1999D1970}" srcOrd="0" destOrd="0" presId="urn:microsoft.com/office/officeart/2018/5/layout/IconCircleLabelList"/>
    <dgm:cxn modelId="{A4AB8174-5FFE-4DEC-8A60-8EA0A217FE20}" srcId="{C1D7064A-C682-44CD-8BCD-ACC9E25D6E60}" destId="{27DD33C1-ED00-4352-A992-BAE43158DE45}" srcOrd="1" destOrd="0" parTransId="{2618E41A-5053-479E-8714-96EA17424481}" sibTransId="{2DA74C48-E0BE-489C-AAC8-411A210E451F}"/>
    <dgm:cxn modelId="{9D97117A-58B8-4003-93D4-5EEF49759CBC}" srcId="{C1D7064A-C682-44CD-8BCD-ACC9E25D6E60}" destId="{153B5FDD-AD05-41C4-BE14-0CA849B68A7B}" srcOrd="0" destOrd="0" parTransId="{3D31D58E-F213-4FA6-9941-BE09770B1D1A}" sibTransId="{A4D321A4-702A-401F-9D89-E3A92C0F8E90}"/>
    <dgm:cxn modelId="{8E2FF385-9A7D-4821-B6EB-3F340976DA7D}" type="presOf" srcId="{153B5FDD-AD05-41C4-BE14-0CA849B68A7B}" destId="{CFB629D8-3EF0-4586-8739-90EE63A64A5D}" srcOrd="0" destOrd="0" presId="urn:microsoft.com/office/officeart/2018/5/layout/IconCircleLabelList"/>
    <dgm:cxn modelId="{514234A6-4FFC-4216-B7E0-4CA427F2CBDA}" srcId="{C1D7064A-C682-44CD-8BCD-ACC9E25D6E60}" destId="{4877D589-C4E5-43D3-9FD3-4AE4E704C494}" srcOrd="2" destOrd="0" parTransId="{1DAF8CC6-1987-428A-8E1F-87E7987C705C}" sibTransId="{1192263C-3B5D-463B-B3D3-A5DEE0A40A8F}"/>
    <dgm:cxn modelId="{777445AF-B859-448B-88E5-334759D08FF3}" srcId="{C1D7064A-C682-44CD-8BCD-ACC9E25D6E60}" destId="{00B610A7-C249-4EE3-B9FB-60D86B3FCB75}" srcOrd="3" destOrd="0" parTransId="{8749FE4C-DBC1-4D32-89B9-CA0B892A3C34}" sibTransId="{EFA6B884-DCA7-4BFF-851A-F8F5CE297588}"/>
    <dgm:cxn modelId="{6D00D5F5-683D-490C-A496-67F6CD10D0E9}" type="presOf" srcId="{00B610A7-C249-4EE3-B9FB-60D86B3FCB75}" destId="{0BE18521-AAAF-4BB3-8C81-24B2B37C0A9B}" srcOrd="0" destOrd="0" presId="urn:microsoft.com/office/officeart/2018/5/layout/IconCircleLabelList"/>
    <dgm:cxn modelId="{F37E08FC-1D02-4793-83AF-AD360825677A}" type="presOf" srcId="{C1D7064A-C682-44CD-8BCD-ACC9E25D6E60}" destId="{4B73E59F-4179-4F2F-862F-8A575A917255}" srcOrd="0" destOrd="0" presId="urn:microsoft.com/office/officeart/2018/5/layout/IconCircleLabelList"/>
    <dgm:cxn modelId="{E5EB1FDA-F2AB-4683-9AB9-056EF98D1A33}" type="presParOf" srcId="{4B73E59F-4179-4F2F-862F-8A575A917255}" destId="{C5A59DB6-9964-43FD-97CB-8FE0C033B367}" srcOrd="0" destOrd="0" presId="urn:microsoft.com/office/officeart/2018/5/layout/IconCircleLabelList"/>
    <dgm:cxn modelId="{66B27587-16DA-409A-B6C1-F918C28380DA}" type="presParOf" srcId="{C5A59DB6-9964-43FD-97CB-8FE0C033B367}" destId="{46F23C06-4998-4B81-A886-89350B2732EC}" srcOrd="0" destOrd="0" presId="urn:microsoft.com/office/officeart/2018/5/layout/IconCircleLabelList"/>
    <dgm:cxn modelId="{649AC6C6-9420-4E75-AE33-9E898A071B61}" type="presParOf" srcId="{C5A59DB6-9964-43FD-97CB-8FE0C033B367}" destId="{4E27D197-0574-4061-A1D6-DA5CED9EDA9D}" srcOrd="1" destOrd="0" presId="urn:microsoft.com/office/officeart/2018/5/layout/IconCircleLabelList"/>
    <dgm:cxn modelId="{E476AC2C-55EE-4048-B0A4-E76D83DC90E2}" type="presParOf" srcId="{C5A59DB6-9964-43FD-97CB-8FE0C033B367}" destId="{FE3EA2CA-CC1B-49C2-9D46-946190516241}" srcOrd="2" destOrd="0" presId="urn:microsoft.com/office/officeart/2018/5/layout/IconCircleLabelList"/>
    <dgm:cxn modelId="{543702F2-4C85-401B-B22C-A20A3452BFB3}" type="presParOf" srcId="{C5A59DB6-9964-43FD-97CB-8FE0C033B367}" destId="{CFB629D8-3EF0-4586-8739-90EE63A64A5D}" srcOrd="3" destOrd="0" presId="urn:microsoft.com/office/officeart/2018/5/layout/IconCircleLabelList"/>
    <dgm:cxn modelId="{E7DA180F-940A-4DAD-8DFC-765B44EFA02F}" type="presParOf" srcId="{4B73E59F-4179-4F2F-862F-8A575A917255}" destId="{170B670F-7E70-4E16-B180-3004D0D0BCE4}" srcOrd="1" destOrd="0" presId="urn:microsoft.com/office/officeart/2018/5/layout/IconCircleLabelList"/>
    <dgm:cxn modelId="{D5295E5B-E6A7-4A17-9F14-10ED97202818}" type="presParOf" srcId="{4B73E59F-4179-4F2F-862F-8A575A917255}" destId="{FDF1638F-8F9E-4F69-A345-E55FEBC59FD4}" srcOrd="2" destOrd="0" presId="urn:microsoft.com/office/officeart/2018/5/layout/IconCircleLabelList"/>
    <dgm:cxn modelId="{232344C9-778D-43A4-AA0B-59FA34141E1E}" type="presParOf" srcId="{FDF1638F-8F9E-4F69-A345-E55FEBC59FD4}" destId="{30AF480A-87BF-457C-9E4C-FB37A9DF6A33}" srcOrd="0" destOrd="0" presId="urn:microsoft.com/office/officeart/2018/5/layout/IconCircleLabelList"/>
    <dgm:cxn modelId="{E2273168-89E6-4200-9A22-ADDEE4CAC63F}" type="presParOf" srcId="{FDF1638F-8F9E-4F69-A345-E55FEBC59FD4}" destId="{72027292-1E4D-4BEA-838A-A0C9986BDA8C}" srcOrd="1" destOrd="0" presId="urn:microsoft.com/office/officeart/2018/5/layout/IconCircleLabelList"/>
    <dgm:cxn modelId="{AE10143A-D8A3-4883-B416-388D21FBD7C9}" type="presParOf" srcId="{FDF1638F-8F9E-4F69-A345-E55FEBC59FD4}" destId="{C7375E8E-F606-4A9C-90FC-71062F96C0D2}" srcOrd="2" destOrd="0" presId="urn:microsoft.com/office/officeart/2018/5/layout/IconCircleLabelList"/>
    <dgm:cxn modelId="{1ADB7EE3-9E1E-4C93-9453-AC1B419DFD93}" type="presParOf" srcId="{FDF1638F-8F9E-4F69-A345-E55FEBC59FD4}" destId="{A88842B3-4FE7-4D7C-BCDA-DDF8D731B72A}" srcOrd="3" destOrd="0" presId="urn:microsoft.com/office/officeart/2018/5/layout/IconCircleLabelList"/>
    <dgm:cxn modelId="{0B4309EB-1D6B-471F-8168-431B46575E12}" type="presParOf" srcId="{4B73E59F-4179-4F2F-862F-8A575A917255}" destId="{06911620-8EE9-48A8-A3BF-8890A0EBE5CB}" srcOrd="3" destOrd="0" presId="urn:microsoft.com/office/officeart/2018/5/layout/IconCircleLabelList"/>
    <dgm:cxn modelId="{1E6A2D55-1F8E-4675-8C3B-286F8E8152CF}" type="presParOf" srcId="{4B73E59F-4179-4F2F-862F-8A575A917255}" destId="{B4268DF0-1DAF-4DA1-8EB8-C5EC4B56675F}" srcOrd="4" destOrd="0" presId="urn:microsoft.com/office/officeart/2018/5/layout/IconCircleLabelList"/>
    <dgm:cxn modelId="{45482D04-17F2-46D0-BA29-BAF7084755FD}" type="presParOf" srcId="{B4268DF0-1DAF-4DA1-8EB8-C5EC4B56675F}" destId="{E2E8A507-8C25-4AC1-9C09-BBBF2E77F4C2}" srcOrd="0" destOrd="0" presId="urn:microsoft.com/office/officeart/2018/5/layout/IconCircleLabelList"/>
    <dgm:cxn modelId="{C3C72FF7-517F-4AB6-8DB0-611C8070C828}" type="presParOf" srcId="{B4268DF0-1DAF-4DA1-8EB8-C5EC4B56675F}" destId="{9D8E5327-2190-4082-A9EB-072D36496DD9}" srcOrd="1" destOrd="0" presId="urn:microsoft.com/office/officeart/2018/5/layout/IconCircleLabelList"/>
    <dgm:cxn modelId="{BF72B2A5-88F1-4661-8741-707AF86C92EE}" type="presParOf" srcId="{B4268DF0-1DAF-4DA1-8EB8-C5EC4B56675F}" destId="{B428CD5C-57A7-4D86-A647-3AD498B56686}" srcOrd="2" destOrd="0" presId="urn:microsoft.com/office/officeart/2018/5/layout/IconCircleLabelList"/>
    <dgm:cxn modelId="{DD5A5EAF-6128-4AF0-9D82-8EC1A520B098}" type="presParOf" srcId="{B4268DF0-1DAF-4DA1-8EB8-C5EC4B56675F}" destId="{2B8D3C40-F445-4FBA-B248-0AE1999D1970}" srcOrd="3" destOrd="0" presId="urn:microsoft.com/office/officeart/2018/5/layout/IconCircleLabelList"/>
    <dgm:cxn modelId="{9B52E0BB-FCC7-4237-B6D6-A39245C3DCD9}" type="presParOf" srcId="{4B73E59F-4179-4F2F-862F-8A575A917255}" destId="{58659B6D-155C-4D30-AE03-D5FE04677D53}" srcOrd="5" destOrd="0" presId="urn:microsoft.com/office/officeart/2018/5/layout/IconCircleLabelList"/>
    <dgm:cxn modelId="{97437AD6-698B-440E-BECE-20938A9F6D0C}" type="presParOf" srcId="{4B73E59F-4179-4F2F-862F-8A575A917255}" destId="{16A762B9-4785-4A86-B506-2E05AAA28CCF}" srcOrd="6" destOrd="0" presId="urn:microsoft.com/office/officeart/2018/5/layout/IconCircleLabelList"/>
    <dgm:cxn modelId="{6FF4213F-52FC-4F37-851A-FFCC1AEE05D1}" type="presParOf" srcId="{16A762B9-4785-4A86-B506-2E05AAA28CCF}" destId="{0A810FF3-109A-4E50-A8D7-C3F536607700}" srcOrd="0" destOrd="0" presId="urn:microsoft.com/office/officeart/2018/5/layout/IconCircleLabelList"/>
    <dgm:cxn modelId="{E91DB4A6-83C1-4E28-BC36-5887D3DFE1E9}" type="presParOf" srcId="{16A762B9-4785-4A86-B506-2E05AAA28CCF}" destId="{7C687661-4F62-41EE-A088-2C325C2D856F}" srcOrd="1" destOrd="0" presId="urn:microsoft.com/office/officeart/2018/5/layout/IconCircleLabelList"/>
    <dgm:cxn modelId="{C499C0BD-C102-401A-8D4B-D72A1857EAE7}" type="presParOf" srcId="{16A762B9-4785-4A86-B506-2E05AAA28CCF}" destId="{499B7CBD-AB15-4C6B-A038-FD3B58C6E817}" srcOrd="2" destOrd="0" presId="urn:microsoft.com/office/officeart/2018/5/layout/IconCircleLabelList"/>
    <dgm:cxn modelId="{F7A3554C-749F-4692-A737-3F5EC979B499}" type="presParOf" srcId="{16A762B9-4785-4A86-B506-2E05AAA28CCF}" destId="{0BE18521-AAAF-4BB3-8C81-24B2B37C0A9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F7C51F-38E8-44E5-AEF1-45DE699F9E59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FFC2A9-8F0B-46D2-B485-040E3C4EEC51}">
      <dgm:prSet/>
      <dgm:spPr/>
      <dgm:t>
        <a:bodyPr/>
        <a:lstStyle/>
        <a:p>
          <a:r>
            <a:rPr lang="en-US"/>
            <a:t>測試素材：使用專業文件 `Mambas.pdf` 作為評測基準</a:t>
          </a:r>
        </a:p>
      </dgm:t>
    </dgm:pt>
    <dgm:pt modelId="{7B5C464A-296E-434F-808B-D5149F2344A2}" type="parTrans" cxnId="{8E3662B1-BD3F-439C-9732-B5345C4AE5FA}">
      <dgm:prSet/>
      <dgm:spPr/>
      <dgm:t>
        <a:bodyPr/>
        <a:lstStyle/>
        <a:p>
          <a:endParaRPr lang="en-US"/>
        </a:p>
      </dgm:t>
    </dgm:pt>
    <dgm:pt modelId="{F4526B85-1910-44C9-8148-F76ACF621ADF}" type="sibTrans" cxnId="{8E3662B1-BD3F-439C-9732-B5345C4AE5FA}">
      <dgm:prSet/>
      <dgm:spPr/>
      <dgm:t>
        <a:bodyPr/>
        <a:lstStyle/>
        <a:p>
          <a:endParaRPr lang="en-US"/>
        </a:p>
      </dgm:t>
    </dgm:pt>
    <dgm:pt modelId="{22B4BCEF-FE2B-4BD8-920B-A92EBBDFB875}">
      <dgm:prSet/>
      <dgm:spPr/>
      <dgm:t>
        <a:bodyPr/>
        <a:lstStyle/>
        <a:p>
          <a:r>
            <a:rPr lang="en-US"/>
            <a:t>測試維度：資訊擷取準確率、邏輯推理能力、穩定性</a:t>
          </a:r>
        </a:p>
      </dgm:t>
    </dgm:pt>
    <dgm:pt modelId="{06AA74B3-4FF7-46BE-AE86-055DC5E22C8B}" type="parTrans" cxnId="{DAAFEA49-A8CB-4B3A-BC75-C49DBC729C71}">
      <dgm:prSet/>
      <dgm:spPr/>
      <dgm:t>
        <a:bodyPr/>
        <a:lstStyle/>
        <a:p>
          <a:endParaRPr lang="en-US"/>
        </a:p>
      </dgm:t>
    </dgm:pt>
    <dgm:pt modelId="{B7977E86-914C-49B5-A761-F55D85810C6C}" type="sibTrans" cxnId="{DAAFEA49-A8CB-4B3A-BC75-C49DBC729C71}">
      <dgm:prSet/>
      <dgm:spPr/>
      <dgm:t>
        <a:bodyPr/>
        <a:lstStyle/>
        <a:p>
          <a:endParaRPr lang="en-US"/>
        </a:p>
      </dgm:t>
    </dgm:pt>
    <dgm:pt modelId="{C9F2CE76-66AB-44B7-B4CB-3E7E855F4E9B}">
      <dgm:prSet/>
      <dgm:spPr/>
      <dgm:t>
        <a:bodyPr/>
        <a:lstStyle/>
        <a:p>
          <a:r>
            <a:rPr lang="en-US"/>
            <a:t>測試方法：針對 PDF 內容提出複雜問題，分析模型回覆</a:t>
          </a:r>
        </a:p>
      </dgm:t>
    </dgm:pt>
    <dgm:pt modelId="{9F1B7548-76C5-4500-912E-1595A187D8C2}" type="parTrans" cxnId="{5FB5529B-C767-44A7-B4F6-6EBD825156CF}">
      <dgm:prSet/>
      <dgm:spPr/>
      <dgm:t>
        <a:bodyPr/>
        <a:lstStyle/>
        <a:p>
          <a:endParaRPr lang="en-US"/>
        </a:p>
      </dgm:t>
    </dgm:pt>
    <dgm:pt modelId="{189D275D-B315-4A2C-BB18-FB45FCED6961}" type="sibTrans" cxnId="{5FB5529B-C767-44A7-B4F6-6EBD825156CF}">
      <dgm:prSet/>
      <dgm:spPr/>
      <dgm:t>
        <a:bodyPr/>
        <a:lstStyle/>
        <a:p>
          <a:endParaRPr lang="en-US"/>
        </a:p>
      </dgm:t>
    </dgm:pt>
    <dgm:pt modelId="{7D36F257-A0E4-49C6-B51B-5F08774E624A}">
      <dgm:prSet/>
      <dgm:spPr/>
      <dgm:t>
        <a:bodyPr/>
        <a:lstStyle/>
        <a:p>
          <a:r>
            <a:rPr lang="en-US"/>
            <a:t>對比標準：比對原文件事實，檢查是否存在幻覺現象</a:t>
          </a:r>
        </a:p>
      </dgm:t>
    </dgm:pt>
    <dgm:pt modelId="{76629C60-AD7A-4ABC-8B08-A739941F8441}" type="parTrans" cxnId="{0C8BD861-D663-45F6-88CA-9A3435DCD5D1}">
      <dgm:prSet/>
      <dgm:spPr/>
      <dgm:t>
        <a:bodyPr/>
        <a:lstStyle/>
        <a:p>
          <a:endParaRPr lang="en-US"/>
        </a:p>
      </dgm:t>
    </dgm:pt>
    <dgm:pt modelId="{82B874DC-1B1E-4278-ABA5-43107E608BF0}" type="sibTrans" cxnId="{0C8BD861-D663-45F6-88CA-9A3435DCD5D1}">
      <dgm:prSet/>
      <dgm:spPr/>
      <dgm:t>
        <a:bodyPr/>
        <a:lstStyle/>
        <a:p>
          <a:endParaRPr lang="en-US"/>
        </a:p>
      </dgm:t>
    </dgm:pt>
    <dgm:pt modelId="{F922DD06-5882-485E-9F45-0684C2B3C25C}" type="pres">
      <dgm:prSet presAssocID="{1BF7C51F-38E8-44E5-AEF1-45DE699F9E59}" presName="linear" presStyleCnt="0">
        <dgm:presLayoutVars>
          <dgm:dir/>
          <dgm:animLvl val="lvl"/>
          <dgm:resizeHandles val="exact"/>
        </dgm:presLayoutVars>
      </dgm:prSet>
      <dgm:spPr/>
    </dgm:pt>
    <dgm:pt modelId="{294B6FA2-3F69-4740-AFF2-A1901154B6CD}" type="pres">
      <dgm:prSet presAssocID="{BEFFC2A9-8F0B-46D2-B485-040E3C4EEC51}" presName="parentLin" presStyleCnt="0"/>
      <dgm:spPr/>
    </dgm:pt>
    <dgm:pt modelId="{ABD6F720-B1A0-4E65-9426-49F59D9B38DE}" type="pres">
      <dgm:prSet presAssocID="{BEFFC2A9-8F0B-46D2-B485-040E3C4EEC51}" presName="parentLeftMargin" presStyleLbl="node1" presStyleIdx="0" presStyleCnt="4"/>
      <dgm:spPr/>
    </dgm:pt>
    <dgm:pt modelId="{D8A8F2C3-740C-4035-9CA2-9492C8A85E83}" type="pres">
      <dgm:prSet presAssocID="{BEFFC2A9-8F0B-46D2-B485-040E3C4EEC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30FFE9-04E1-4EB8-8C98-B58EDD3D2ABF}" type="pres">
      <dgm:prSet presAssocID="{BEFFC2A9-8F0B-46D2-B485-040E3C4EEC51}" presName="negativeSpace" presStyleCnt="0"/>
      <dgm:spPr/>
    </dgm:pt>
    <dgm:pt modelId="{3E5FA274-1C1A-4B74-9EE4-297DBF19F9C6}" type="pres">
      <dgm:prSet presAssocID="{BEFFC2A9-8F0B-46D2-B485-040E3C4EEC51}" presName="childText" presStyleLbl="conFgAcc1" presStyleIdx="0" presStyleCnt="4">
        <dgm:presLayoutVars>
          <dgm:bulletEnabled val="1"/>
        </dgm:presLayoutVars>
      </dgm:prSet>
      <dgm:spPr/>
    </dgm:pt>
    <dgm:pt modelId="{701F119B-4877-409F-BA49-0E33515B4A86}" type="pres">
      <dgm:prSet presAssocID="{F4526B85-1910-44C9-8148-F76ACF621ADF}" presName="spaceBetweenRectangles" presStyleCnt="0"/>
      <dgm:spPr/>
    </dgm:pt>
    <dgm:pt modelId="{EBBD4ACA-B67A-40D0-985D-A81AF05BDEAB}" type="pres">
      <dgm:prSet presAssocID="{22B4BCEF-FE2B-4BD8-920B-A92EBBDFB875}" presName="parentLin" presStyleCnt="0"/>
      <dgm:spPr/>
    </dgm:pt>
    <dgm:pt modelId="{120F252D-ACE6-4FA9-921E-558A41C366A6}" type="pres">
      <dgm:prSet presAssocID="{22B4BCEF-FE2B-4BD8-920B-A92EBBDFB875}" presName="parentLeftMargin" presStyleLbl="node1" presStyleIdx="0" presStyleCnt="4"/>
      <dgm:spPr/>
    </dgm:pt>
    <dgm:pt modelId="{F45EAE1B-2055-43F6-8DE3-0AF9DFC32767}" type="pres">
      <dgm:prSet presAssocID="{22B4BCEF-FE2B-4BD8-920B-A92EBBDFB8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D4A640-1D91-4A6A-A70A-4AB34878687C}" type="pres">
      <dgm:prSet presAssocID="{22B4BCEF-FE2B-4BD8-920B-A92EBBDFB875}" presName="negativeSpace" presStyleCnt="0"/>
      <dgm:spPr/>
    </dgm:pt>
    <dgm:pt modelId="{8488B9C1-60DB-4706-BDC4-30A3E339EEB5}" type="pres">
      <dgm:prSet presAssocID="{22B4BCEF-FE2B-4BD8-920B-A92EBBDFB875}" presName="childText" presStyleLbl="conFgAcc1" presStyleIdx="1" presStyleCnt="4">
        <dgm:presLayoutVars>
          <dgm:bulletEnabled val="1"/>
        </dgm:presLayoutVars>
      </dgm:prSet>
      <dgm:spPr/>
    </dgm:pt>
    <dgm:pt modelId="{E810C134-2373-4E0A-9CF1-46E4611E1299}" type="pres">
      <dgm:prSet presAssocID="{B7977E86-914C-49B5-A761-F55D85810C6C}" presName="spaceBetweenRectangles" presStyleCnt="0"/>
      <dgm:spPr/>
    </dgm:pt>
    <dgm:pt modelId="{0F97E254-1511-4B57-8F4E-755B4E402398}" type="pres">
      <dgm:prSet presAssocID="{C9F2CE76-66AB-44B7-B4CB-3E7E855F4E9B}" presName="parentLin" presStyleCnt="0"/>
      <dgm:spPr/>
    </dgm:pt>
    <dgm:pt modelId="{B68E38E9-49CD-468A-9307-3E1F502BB291}" type="pres">
      <dgm:prSet presAssocID="{C9F2CE76-66AB-44B7-B4CB-3E7E855F4E9B}" presName="parentLeftMargin" presStyleLbl="node1" presStyleIdx="1" presStyleCnt="4"/>
      <dgm:spPr/>
    </dgm:pt>
    <dgm:pt modelId="{33308FF1-04DB-43B0-A555-2C51CF6F0507}" type="pres">
      <dgm:prSet presAssocID="{C9F2CE76-66AB-44B7-B4CB-3E7E855F4E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F255BA-47D3-4010-9285-B6FC9D264358}" type="pres">
      <dgm:prSet presAssocID="{C9F2CE76-66AB-44B7-B4CB-3E7E855F4E9B}" presName="negativeSpace" presStyleCnt="0"/>
      <dgm:spPr/>
    </dgm:pt>
    <dgm:pt modelId="{C5F4150B-B264-40DA-A61B-CAEFB7DBB81B}" type="pres">
      <dgm:prSet presAssocID="{C9F2CE76-66AB-44B7-B4CB-3E7E855F4E9B}" presName="childText" presStyleLbl="conFgAcc1" presStyleIdx="2" presStyleCnt="4">
        <dgm:presLayoutVars>
          <dgm:bulletEnabled val="1"/>
        </dgm:presLayoutVars>
      </dgm:prSet>
      <dgm:spPr/>
    </dgm:pt>
    <dgm:pt modelId="{F9BAD27E-ABC0-4BED-B6D0-27D0D5330477}" type="pres">
      <dgm:prSet presAssocID="{189D275D-B315-4A2C-BB18-FB45FCED6961}" presName="spaceBetweenRectangles" presStyleCnt="0"/>
      <dgm:spPr/>
    </dgm:pt>
    <dgm:pt modelId="{532B5DC8-6B7E-4B6B-A904-A77C30C05A40}" type="pres">
      <dgm:prSet presAssocID="{7D36F257-A0E4-49C6-B51B-5F08774E624A}" presName="parentLin" presStyleCnt="0"/>
      <dgm:spPr/>
    </dgm:pt>
    <dgm:pt modelId="{FF23B3CE-9B51-45AB-83CF-88993AA46542}" type="pres">
      <dgm:prSet presAssocID="{7D36F257-A0E4-49C6-B51B-5F08774E624A}" presName="parentLeftMargin" presStyleLbl="node1" presStyleIdx="2" presStyleCnt="4"/>
      <dgm:spPr/>
    </dgm:pt>
    <dgm:pt modelId="{A844701B-2E40-4F94-86CA-B5C00887F154}" type="pres">
      <dgm:prSet presAssocID="{7D36F257-A0E4-49C6-B51B-5F08774E624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5CAF6E7-EF14-4A61-A3D4-837D8F179BDB}" type="pres">
      <dgm:prSet presAssocID="{7D36F257-A0E4-49C6-B51B-5F08774E624A}" presName="negativeSpace" presStyleCnt="0"/>
      <dgm:spPr/>
    </dgm:pt>
    <dgm:pt modelId="{DDFC7767-6A81-40B0-90BC-A558E9F56279}" type="pres">
      <dgm:prSet presAssocID="{7D36F257-A0E4-49C6-B51B-5F08774E624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989F904-E5DD-40B3-9AF4-27BE644BABD4}" type="presOf" srcId="{22B4BCEF-FE2B-4BD8-920B-A92EBBDFB875}" destId="{F45EAE1B-2055-43F6-8DE3-0AF9DFC32767}" srcOrd="1" destOrd="0" presId="urn:microsoft.com/office/officeart/2005/8/layout/list1"/>
    <dgm:cxn modelId="{74E82619-77C4-4BFE-8647-6A400F5FE54B}" type="presOf" srcId="{C9F2CE76-66AB-44B7-B4CB-3E7E855F4E9B}" destId="{B68E38E9-49CD-468A-9307-3E1F502BB291}" srcOrd="0" destOrd="0" presId="urn:microsoft.com/office/officeart/2005/8/layout/list1"/>
    <dgm:cxn modelId="{AD2E0D36-BB81-4989-9D90-E7EFD31669A7}" type="presOf" srcId="{1BF7C51F-38E8-44E5-AEF1-45DE699F9E59}" destId="{F922DD06-5882-485E-9F45-0684C2B3C25C}" srcOrd="0" destOrd="0" presId="urn:microsoft.com/office/officeart/2005/8/layout/list1"/>
    <dgm:cxn modelId="{0C8BD861-D663-45F6-88CA-9A3435DCD5D1}" srcId="{1BF7C51F-38E8-44E5-AEF1-45DE699F9E59}" destId="{7D36F257-A0E4-49C6-B51B-5F08774E624A}" srcOrd="3" destOrd="0" parTransId="{76629C60-AD7A-4ABC-8B08-A739941F8441}" sibTransId="{82B874DC-1B1E-4278-ABA5-43107E608BF0}"/>
    <dgm:cxn modelId="{BE518448-D1C2-461A-A510-FD747D77D42C}" type="presOf" srcId="{C9F2CE76-66AB-44B7-B4CB-3E7E855F4E9B}" destId="{33308FF1-04DB-43B0-A555-2C51CF6F0507}" srcOrd="1" destOrd="0" presId="urn:microsoft.com/office/officeart/2005/8/layout/list1"/>
    <dgm:cxn modelId="{DAAFEA49-A8CB-4B3A-BC75-C49DBC729C71}" srcId="{1BF7C51F-38E8-44E5-AEF1-45DE699F9E59}" destId="{22B4BCEF-FE2B-4BD8-920B-A92EBBDFB875}" srcOrd="1" destOrd="0" parTransId="{06AA74B3-4FF7-46BE-AE86-055DC5E22C8B}" sibTransId="{B7977E86-914C-49B5-A761-F55D85810C6C}"/>
    <dgm:cxn modelId="{93529E4E-8E73-46DD-B3ED-6A5962A8845D}" type="presOf" srcId="{7D36F257-A0E4-49C6-B51B-5F08774E624A}" destId="{FF23B3CE-9B51-45AB-83CF-88993AA46542}" srcOrd="0" destOrd="0" presId="urn:microsoft.com/office/officeart/2005/8/layout/list1"/>
    <dgm:cxn modelId="{C7628D4F-BDFF-4777-AB97-DC50008817BF}" type="presOf" srcId="{7D36F257-A0E4-49C6-B51B-5F08774E624A}" destId="{A844701B-2E40-4F94-86CA-B5C00887F154}" srcOrd="1" destOrd="0" presId="urn:microsoft.com/office/officeart/2005/8/layout/list1"/>
    <dgm:cxn modelId="{B8145B7F-A767-4D3F-B000-583719F6D244}" type="presOf" srcId="{22B4BCEF-FE2B-4BD8-920B-A92EBBDFB875}" destId="{120F252D-ACE6-4FA9-921E-558A41C366A6}" srcOrd="0" destOrd="0" presId="urn:microsoft.com/office/officeart/2005/8/layout/list1"/>
    <dgm:cxn modelId="{5E8DD882-88BC-4AF5-AD7C-18482580442D}" type="presOf" srcId="{BEFFC2A9-8F0B-46D2-B485-040E3C4EEC51}" destId="{ABD6F720-B1A0-4E65-9426-49F59D9B38DE}" srcOrd="0" destOrd="0" presId="urn:microsoft.com/office/officeart/2005/8/layout/list1"/>
    <dgm:cxn modelId="{5FB5529B-C767-44A7-B4F6-6EBD825156CF}" srcId="{1BF7C51F-38E8-44E5-AEF1-45DE699F9E59}" destId="{C9F2CE76-66AB-44B7-B4CB-3E7E855F4E9B}" srcOrd="2" destOrd="0" parTransId="{9F1B7548-76C5-4500-912E-1595A187D8C2}" sibTransId="{189D275D-B315-4A2C-BB18-FB45FCED6961}"/>
    <dgm:cxn modelId="{8E3662B1-BD3F-439C-9732-B5345C4AE5FA}" srcId="{1BF7C51F-38E8-44E5-AEF1-45DE699F9E59}" destId="{BEFFC2A9-8F0B-46D2-B485-040E3C4EEC51}" srcOrd="0" destOrd="0" parTransId="{7B5C464A-296E-434F-808B-D5149F2344A2}" sibTransId="{F4526B85-1910-44C9-8148-F76ACF621ADF}"/>
    <dgm:cxn modelId="{DE061CFE-565B-436D-BB1C-BA599D65502B}" type="presOf" srcId="{BEFFC2A9-8F0B-46D2-B485-040E3C4EEC51}" destId="{D8A8F2C3-740C-4035-9CA2-9492C8A85E83}" srcOrd="1" destOrd="0" presId="urn:microsoft.com/office/officeart/2005/8/layout/list1"/>
    <dgm:cxn modelId="{1A8ED441-2F11-470E-931B-ADC758B1BFB6}" type="presParOf" srcId="{F922DD06-5882-485E-9F45-0684C2B3C25C}" destId="{294B6FA2-3F69-4740-AFF2-A1901154B6CD}" srcOrd="0" destOrd="0" presId="urn:microsoft.com/office/officeart/2005/8/layout/list1"/>
    <dgm:cxn modelId="{48F623ED-1D01-48B6-80D3-A80E29FDE3DC}" type="presParOf" srcId="{294B6FA2-3F69-4740-AFF2-A1901154B6CD}" destId="{ABD6F720-B1A0-4E65-9426-49F59D9B38DE}" srcOrd="0" destOrd="0" presId="urn:microsoft.com/office/officeart/2005/8/layout/list1"/>
    <dgm:cxn modelId="{FA84A4C8-5C7C-4364-AA7B-F623CBEFFE2C}" type="presParOf" srcId="{294B6FA2-3F69-4740-AFF2-A1901154B6CD}" destId="{D8A8F2C3-740C-4035-9CA2-9492C8A85E83}" srcOrd="1" destOrd="0" presId="urn:microsoft.com/office/officeart/2005/8/layout/list1"/>
    <dgm:cxn modelId="{EA24A7FA-854A-466E-9B4A-7BABEE19D775}" type="presParOf" srcId="{F922DD06-5882-485E-9F45-0684C2B3C25C}" destId="{2D30FFE9-04E1-4EB8-8C98-B58EDD3D2ABF}" srcOrd="1" destOrd="0" presId="urn:microsoft.com/office/officeart/2005/8/layout/list1"/>
    <dgm:cxn modelId="{3FCC968F-8A2B-4BF5-B5DE-7708708558C9}" type="presParOf" srcId="{F922DD06-5882-485E-9F45-0684C2B3C25C}" destId="{3E5FA274-1C1A-4B74-9EE4-297DBF19F9C6}" srcOrd="2" destOrd="0" presId="urn:microsoft.com/office/officeart/2005/8/layout/list1"/>
    <dgm:cxn modelId="{E6900EAC-5BB0-47DA-9920-E964E1599948}" type="presParOf" srcId="{F922DD06-5882-485E-9F45-0684C2B3C25C}" destId="{701F119B-4877-409F-BA49-0E33515B4A86}" srcOrd="3" destOrd="0" presId="urn:microsoft.com/office/officeart/2005/8/layout/list1"/>
    <dgm:cxn modelId="{F88E39E9-BD3E-4B8D-9423-56DCDB63D88F}" type="presParOf" srcId="{F922DD06-5882-485E-9F45-0684C2B3C25C}" destId="{EBBD4ACA-B67A-40D0-985D-A81AF05BDEAB}" srcOrd="4" destOrd="0" presId="urn:microsoft.com/office/officeart/2005/8/layout/list1"/>
    <dgm:cxn modelId="{48FC84AF-8BA5-445F-BFA8-19F4AB76B694}" type="presParOf" srcId="{EBBD4ACA-B67A-40D0-985D-A81AF05BDEAB}" destId="{120F252D-ACE6-4FA9-921E-558A41C366A6}" srcOrd="0" destOrd="0" presId="urn:microsoft.com/office/officeart/2005/8/layout/list1"/>
    <dgm:cxn modelId="{BC0CEB20-9E22-4AFC-A631-0569D49485EA}" type="presParOf" srcId="{EBBD4ACA-B67A-40D0-985D-A81AF05BDEAB}" destId="{F45EAE1B-2055-43F6-8DE3-0AF9DFC32767}" srcOrd="1" destOrd="0" presId="urn:microsoft.com/office/officeart/2005/8/layout/list1"/>
    <dgm:cxn modelId="{C3173DAB-C35C-4FC2-9881-8913FEA0A17D}" type="presParOf" srcId="{F922DD06-5882-485E-9F45-0684C2B3C25C}" destId="{30D4A640-1D91-4A6A-A70A-4AB34878687C}" srcOrd="5" destOrd="0" presId="urn:microsoft.com/office/officeart/2005/8/layout/list1"/>
    <dgm:cxn modelId="{8D2BF96A-D58E-4124-9AD2-090A4E7754C5}" type="presParOf" srcId="{F922DD06-5882-485E-9F45-0684C2B3C25C}" destId="{8488B9C1-60DB-4706-BDC4-30A3E339EEB5}" srcOrd="6" destOrd="0" presId="urn:microsoft.com/office/officeart/2005/8/layout/list1"/>
    <dgm:cxn modelId="{B4E9A386-7955-4508-B7CD-118ED7BCB481}" type="presParOf" srcId="{F922DD06-5882-485E-9F45-0684C2B3C25C}" destId="{E810C134-2373-4E0A-9CF1-46E4611E1299}" srcOrd="7" destOrd="0" presId="urn:microsoft.com/office/officeart/2005/8/layout/list1"/>
    <dgm:cxn modelId="{DF28FE44-E12C-4736-AA5E-4E4419E475E7}" type="presParOf" srcId="{F922DD06-5882-485E-9F45-0684C2B3C25C}" destId="{0F97E254-1511-4B57-8F4E-755B4E402398}" srcOrd="8" destOrd="0" presId="urn:microsoft.com/office/officeart/2005/8/layout/list1"/>
    <dgm:cxn modelId="{9874B51A-2E36-4209-B0B3-8FFAEF6FA223}" type="presParOf" srcId="{0F97E254-1511-4B57-8F4E-755B4E402398}" destId="{B68E38E9-49CD-468A-9307-3E1F502BB291}" srcOrd="0" destOrd="0" presId="urn:microsoft.com/office/officeart/2005/8/layout/list1"/>
    <dgm:cxn modelId="{1D3F5092-D7FB-4146-A655-14ECFDBA4BAE}" type="presParOf" srcId="{0F97E254-1511-4B57-8F4E-755B4E402398}" destId="{33308FF1-04DB-43B0-A555-2C51CF6F0507}" srcOrd="1" destOrd="0" presId="urn:microsoft.com/office/officeart/2005/8/layout/list1"/>
    <dgm:cxn modelId="{72E10301-164C-4312-802E-C1076CB655E2}" type="presParOf" srcId="{F922DD06-5882-485E-9F45-0684C2B3C25C}" destId="{45F255BA-47D3-4010-9285-B6FC9D264358}" srcOrd="9" destOrd="0" presId="urn:microsoft.com/office/officeart/2005/8/layout/list1"/>
    <dgm:cxn modelId="{13AB5253-7779-4237-8788-9155851C6C65}" type="presParOf" srcId="{F922DD06-5882-485E-9F45-0684C2B3C25C}" destId="{C5F4150B-B264-40DA-A61B-CAEFB7DBB81B}" srcOrd="10" destOrd="0" presId="urn:microsoft.com/office/officeart/2005/8/layout/list1"/>
    <dgm:cxn modelId="{69E52262-F0CA-4611-AFDA-D8AD98612346}" type="presParOf" srcId="{F922DD06-5882-485E-9F45-0684C2B3C25C}" destId="{F9BAD27E-ABC0-4BED-B6D0-27D0D5330477}" srcOrd="11" destOrd="0" presId="urn:microsoft.com/office/officeart/2005/8/layout/list1"/>
    <dgm:cxn modelId="{6297434B-9771-4557-B414-B568C17C24D7}" type="presParOf" srcId="{F922DD06-5882-485E-9F45-0684C2B3C25C}" destId="{532B5DC8-6B7E-4B6B-A904-A77C30C05A40}" srcOrd="12" destOrd="0" presId="urn:microsoft.com/office/officeart/2005/8/layout/list1"/>
    <dgm:cxn modelId="{EF3D8F59-F634-4EB2-96B4-EC85B781DF6E}" type="presParOf" srcId="{532B5DC8-6B7E-4B6B-A904-A77C30C05A40}" destId="{FF23B3CE-9B51-45AB-83CF-88993AA46542}" srcOrd="0" destOrd="0" presId="urn:microsoft.com/office/officeart/2005/8/layout/list1"/>
    <dgm:cxn modelId="{A9C97D14-7774-47A1-BB18-18955ABCF34D}" type="presParOf" srcId="{532B5DC8-6B7E-4B6B-A904-A77C30C05A40}" destId="{A844701B-2E40-4F94-86CA-B5C00887F154}" srcOrd="1" destOrd="0" presId="urn:microsoft.com/office/officeart/2005/8/layout/list1"/>
    <dgm:cxn modelId="{818DB767-FC12-4DF4-843C-0BFEA3ABAE06}" type="presParOf" srcId="{F922DD06-5882-485E-9F45-0684C2B3C25C}" destId="{35CAF6E7-EF14-4A61-A3D4-837D8F179BDB}" srcOrd="13" destOrd="0" presId="urn:microsoft.com/office/officeart/2005/8/layout/list1"/>
    <dgm:cxn modelId="{02299AF1-624E-478B-B606-BDBCA4E3F0E9}" type="presParOf" srcId="{F922DD06-5882-485E-9F45-0684C2B3C25C}" destId="{DDFC7767-6A81-40B0-90BC-A558E9F5627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56A68C-E31F-48EC-B9E1-D7191494C6E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51E584-C28C-49E9-98B7-EF1A942A87C7}">
      <dgm:prSet/>
      <dgm:spPr/>
      <dgm:t>
        <a:bodyPr/>
        <a:lstStyle/>
        <a:p>
          <a:r>
            <a:rPr lang="en-US"/>
            <a:t>表現不穩定：在處理長文本時多次出現嚴重幻覺 (Hallucinations)</a:t>
          </a:r>
        </a:p>
      </dgm:t>
    </dgm:pt>
    <dgm:pt modelId="{6DFC7E68-FB3A-4FC0-8FDD-7A7E5F46361C}" type="parTrans" cxnId="{8AD56B7E-87BE-4D46-9C66-6263193245E9}">
      <dgm:prSet/>
      <dgm:spPr/>
      <dgm:t>
        <a:bodyPr/>
        <a:lstStyle/>
        <a:p>
          <a:endParaRPr lang="en-US"/>
        </a:p>
      </dgm:t>
    </dgm:pt>
    <dgm:pt modelId="{671873D8-0963-4F55-9EE7-65FFD797255B}" type="sibTrans" cxnId="{8AD56B7E-87BE-4D46-9C66-6263193245E9}">
      <dgm:prSet/>
      <dgm:spPr/>
      <dgm:t>
        <a:bodyPr/>
        <a:lstStyle/>
        <a:p>
          <a:endParaRPr lang="en-US"/>
        </a:p>
      </dgm:t>
    </dgm:pt>
    <dgm:pt modelId="{215FC77C-805B-4FA4-9DEF-D432A408B561}">
      <dgm:prSet/>
      <dgm:spPr/>
      <dgm:t>
        <a:bodyPr/>
        <a:lstStyle/>
        <a:p>
          <a:r>
            <a:rPr lang="en-US"/>
            <a:t>穩定性不足：在執行複雜邏輯推論時發生程式當機</a:t>
          </a:r>
        </a:p>
      </dgm:t>
    </dgm:pt>
    <dgm:pt modelId="{0526372E-321E-4226-BE4E-7BA5593FA61F}" type="parTrans" cxnId="{39312196-55C7-4D27-AA03-B0D376B272A0}">
      <dgm:prSet/>
      <dgm:spPr/>
      <dgm:t>
        <a:bodyPr/>
        <a:lstStyle/>
        <a:p>
          <a:endParaRPr lang="en-US"/>
        </a:p>
      </dgm:t>
    </dgm:pt>
    <dgm:pt modelId="{DE1C3DAC-3FC1-4FB6-984D-7A9CB848AE03}" type="sibTrans" cxnId="{39312196-55C7-4D27-AA03-B0D376B272A0}">
      <dgm:prSet/>
      <dgm:spPr/>
      <dgm:t>
        <a:bodyPr/>
        <a:lstStyle/>
        <a:p>
          <a:endParaRPr lang="en-US"/>
        </a:p>
      </dgm:t>
    </dgm:pt>
    <dgm:pt modelId="{62EFB24A-816F-4905-8B95-9017073D40BC}">
      <dgm:prSet/>
      <dgm:spPr/>
      <dgm:t>
        <a:bodyPr/>
        <a:lstStyle/>
        <a:p>
          <a:r>
            <a:rPr lang="en-US"/>
            <a:t>準確率低：回答內容與 `Mambas.pdf` 原文脫節</a:t>
          </a:r>
        </a:p>
      </dgm:t>
    </dgm:pt>
    <dgm:pt modelId="{238BDC7A-3DED-4EB0-BF4C-0CE11CDD5B99}" type="parTrans" cxnId="{07BDCB78-566A-4534-8811-696349AF3FDD}">
      <dgm:prSet/>
      <dgm:spPr/>
      <dgm:t>
        <a:bodyPr/>
        <a:lstStyle/>
        <a:p>
          <a:endParaRPr lang="en-US"/>
        </a:p>
      </dgm:t>
    </dgm:pt>
    <dgm:pt modelId="{0A0D64B5-C65C-4658-AAD4-6D44C86BAAE7}" type="sibTrans" cxnId="{07BDCB78-566A-4534-8811-696349AF3FDD}">
      <dgm:prSet/>
      <dgm:spPr/>
      <dgm:t>
        <a:bodyPr/>
        <a:lstStyle/>
        <a:p>
          <a:endParaRPr lang="en-US"/>
        </a:p>
      </dgm:t>
    </dgm:pt>
    <dgm:pt modelId="{56F482F9-0928-4B8F-AF22-7E979DA69D54}">
      <dgm:prSet/>
      <dgm:spPr/>
      <dgm:t>
        <a:bodyPr/>
        <a:lstStyle/>
        <a:p>
          <a:r>
            <a:rPr lang="en-US"/>
            <a:t>結論：目前版本在本地環境的穩定度不足以應對專業文件</a:t>
          </a:r>
        </a:p>
      </dgm:t>
    </dgm:pt>
    <dgm:pt modelId="{D36CA129-63D1-4A42-84FA-9E53D56C29B8}" type="parTrans" cxnId="{4690A406-77A7-4BEB-B032-2D88F3FB710A}">
      <dgm:prSet/>
      <dgm:spPr/>
      <dgm:t>
        <a:bodyPr/>
        <a:lstStyle/>
        <a:p>
          <a:endParaRPr lang="en-US"/>
        </a:p>
      </dgm:t>
    </dgm:pt>
    <dgm:pt modelId="{F3F79DFF-52E1-4611-8A0F-2AEDDCFA4E1E}" type="sibTrans" cxnId="{4690A406-77A7-4BEB-B032-2D88F3FB710A}">
      <dgm:prSet/>
      <dgm:spPr/>
      <dgm:t>
        <a:bodyPr/>
        <a:lstStyle/>
        <a:p>
          <a:endParaRPr lang="en-US"/>
        </a:p>
      </dgm:t>
    </dgm:pt>
    <dgm:pt modelId="{668AED42-D78C-4BC6-A59C-D2A94AD6D3E4}" type="pres">
      <dgm:prSet presAssocID="{E756A68C-E31F-48EC-B9E1-D7191494C6E4}" presName="diagram" presStyleCnt="0">
        <dgm:presLayoutVars>
          <dgm:dir/>
          <dgm:resizeHandles val="exact"/>
        </dgm:presLayoutVars>
      </dgm:prSet>
      <dgm:spPr/>
    </dgm:pt>
    <dgm:pt modelId="{943ACF83-3C14-4986-A8A9-766A04215F83}" type="pres">
      <dgm:prSet presAssocID="{4451E584-C28C-49E9-98B7-EF1A942A87C7}" presName="node" presStyleLbl="node1" presStyleIdx="0" presStyleCnt="4">
        <dgm:presLayoutVars>
          <dgm:bulletEnabled val="1"/>
        </dgm:presLayoutVars>
      </dgm:prSet>
      <dgm:spPr/>
    </dgm:pt>
    <dgm:pt modelId="{E70897CF-BD7A-43F5-ADE9-FE0088F00E3B}" type="pres">
      <dgm:prSet presAssocID="{671873D8-0963-4F55-9EE7-65FFD797255B}" presName="sibTrans" presStyleCnt="0"/>
      <dgm:spPr/>
    </dgm:pt>
    <dgm:pt modelId="{E9CE13B0-06D2-4764-97BF-B8C1D536BB98}" type="pres">
      <dgm:prSet presAssocID="{215FC77C-805B-4FA4-9DEF-D432A408B561}" presName="node" presStyleLbl="node1" presStyleIdx="1" presStyleCnt="4">
        <dgm:presLayoutVars>
          <dgm:bulletEnabled val="1"/>
        </dgm:presLayoutVars>
      </dgm:prSet>
      <dgm:spPr/>
    </dgm:pt>
    <dgm:pt modelId="{9ADD1FE9-0DE7-4520-B62F-AA04C4C6D02C}" type="pres">
      <dgm:prSet presAssocID="{DE1C3DAC-3FC1-4FB6-984D-7A9CB848AE03}" presName="sibTrans" presStyleCnt="0"/>
      <dgm:spPr/>
    </dgm:pt>
    <dgm:pt modelId="{B05B9747-DAD7-460B-BEDB-00E11C07E908}" type="pres">
      <dgm:prSet presAssocID="{62EFB24A-816F-4905-8B95-9017073D40BC}" presName="node" presStyleLbl="node1" presStyleIdx="2" presStyleCnt="4">
        <dgm:presLayoutVars>
          <dgm:bulletEnabled val="1"/>
        </dgm:presLayoutVars>
      </dgm:prSet>
      <dgm:spPr/>
    </dgm:pt>
    <dgm:pt modelId="{DF0C0F15-3895-4B66-B565-320B9E1497A2}" type="pres">
      <dgm:prSet presAssocID="{0A0D64B5-C65C-4658-AAD4-6D44C86BAAE7}" presName="sibTrans" presStyleCnt="0"/>
      <dgm:spPr/>
    </dgm:pt>
    <dgm:pt modelId="{6D122081-57D5-447A-AA81-530A149E92C5}" type="pres">
      <dgm:prSet presAssocID="{56F482F9-0928-4B8F-AF22-7E979DA69D54}" presName="node" presStyleLbl="node1" presStyleIdx="3" presStyleCnt="4">
        <dgm:presLayoutVars>
          <dgm:bulletEnabled val="1"/>
        </dgm:presLayoutVars>
      </dgm:prSet>
      <dgm:spPr/>
    </dgm:pt>
  </dgm:ptLst>
  <dgm:cxnLst>
    <dgm:cxn modelId="{4690A406-77A7-4BEB-B032-2D88F3FB710A}" srcId="{E756A68C-E31F-48EC-B9E1-D7191494C6E4}" destId="{56F482F9-0928-4B8F-AF22-7E979DA69D54}" srcOrd="3" destOrd="0" parTransId="{D36CA129-63D1-4A42-84FA-9E53D56C29B8}" sibTransId="{F3F79DFF-52E1-4611-8A0F-2AEDDCFA4E1E}"/>
    <dgm:cxn modelId="{07BDCB78-566A-4534-8811-696349AF3FDD}" srcId="{E756A68C-E31F-48EC-B9E1-D7191494C6E4}" destId="{62EFB24A-816F-4905-8B95-9017073D40BC}" srcOrd="2" destOrd="0" parTransId="{238BDC7A-3DED-4EB0-BF4C-0CE11CDD5B99}" sibTransId="{0A0D64B5-C65C-4658-AAD4-6D44C86BAAE7}"/>
    <dgm:cxn modelId="{3FFCCC7D-5D6D-4B7D-B569-657303F28045}" type="presOf" srcId="{62EFB24A-816F-4905-8B95-9017073D40BC}" destId="{B05B9747-DAD7-460B-BEDB-00E11C07E908}" srcOrd="0" destOrd="0" presId="urn:microsoft.com/office/officeart/2005/8/layout/default"/>
    <dgm:cxn modelId="{8AD56B7E-87BE-4D46-9C66-6263193245E9}" srcId="{E756A68C-E31F-48EC-B9E1-D7191494C6E4}" destId="{4451E584-C28C-49E9-98B7-EF1A942A87C7}" srcOrd="0" destOrd="0" parTransId="{6DFC7E68-FB3A-4FC0-8FDD-7A7E5F46361C}" sibTransId="{671873D8-0963-4F55-9EE7-65FFD797255B}"/>
    <dgm:cxn modelId="{39312196-55C7-4D27-AA03-B0D376B272A0}" srcId="{E756A68C-E31F-48EC-B9E1-D7191494C6E4}" destId="{215FC77C-805B-4FA4-9DEF-D432A408B561}" srcOrd="1" destOrd="0" parTransId="{0526372E-321E-4226-BE4E-7BA5593FA61F}" sibTransId="{DE1C3DAC-3FC1-4FB6-984D-7A9CB848AE03}"/>
    <dgm:cxn modelId="{727692A6-48C2-4787-A1A7-F877B22109FF}" type="presOf" srcId="{215FC77C-805B-4FA4-9DEF-D432A408B561}" destId="{E9CE13B0-06D2-4764-97BF-B8C1D536BB98}" srcOrd="0" destOrd="0" presId="urn:microsoft.com/office/officeart/2005/8/layout/default"/>
    <dgm:cxn modelId="{7E92FDAB-97C6-4181-A3CF-2F50534DE95C}" type="presOf" srcId="{56F482F9-0928-4B8F-AF22-7E979DA69D54}" destId="{6D122081-57D5-447A-AA81-530A149E92C5}" srcOrd="0" destOrd="0" presId="urn:microsoft.com/office/officeart/2005/8/layout/default"/>
    <dgm:cxn modelId="{F6ED0AB2-EE9C-408E-8642-7A8F4B031489}" type="presOf" srcId="{4451E584-C28C-49E9-98B7-EF1A942A87C7}" destId="{943ACF83-3C14-4986-A8A9-766A04215F83}" srcOrd="0" destOrd="0" presId="urn:microsoft.com/office/officeart/2005/8/layout/default"/>
    <dgm:cxn modelId="{4A988DFA-FCC1-4621-89D4-52A4B37AC01B}" type="presOf" srcId="{E756A68C-E31F-48EC-B9E1-D7191494C6E4}" destId="{668AED42-D78C-4BC6-A59C-D2A94AD6D3E4}" srcOrd="0" destOrd="0" presId="urn:microsoft.com/office/officeart/2005/8/layout/default"/>
    <dgm:cxn modelId="{6E08C029-6777-406E-AA8D-760182FC0163}" type="presParOf" srcId="{668AED42-D78C-4BC6-A59C-D2A94AD6D3E4}" destId="{943ACF83-3C14-4986-A8A9-766A04215F83}" srcOrd="0" destOrd="0" presId="urn:microsoft.com/office/officeart/2005/8/layout/default"/>
    <dgm:cxn modelId="{431FB471-5756-402D-8AF3-94E8BBF2277C}" type="presParOf" srcId="{668AED42-D78C-4BC6-A59C-D2A94AD6D3E4}" destId="{E70897CF-BD7A-43F5-ADE9-FE0088F00E3B}" srcOrd="1" destOrd="0" presId="urn:microsoft.com/office/officeart/2005/8/layout/default"/>
    <dgm:cxn modelId="{98D4382E-CDB2-44F8-B557-DABCC2ABF91E}" type="presParOf" srcId="{668AED42-D78C-4BC6-A59C-D2A94AD6D3E4}" destId="{E9CE13B0-06D2-4764-97BF-B8C1D536BB98}" srcOrd="2" destOrd="0" presId="urn:microsoft.com/office/officeart/2005/8/layout/default"/>
    <dgm:cxn modelId="{47D8C7B0-9422-4B48-B8E7-6397E9BBC17F}" type="presParOf" srcId="{668AED42-D78C-4BC6-A59C-D2A94AD6D3E4}" destId="{9ADD1FE9-0DE7-4520-B62F-AA04C4C6D02C}" srcOrd="3" destOrd="0" presId="urn:microsoft.com/office/officeart/2005/8/layout/default"/>
    <dgm:cxn modelId="{54CFC7FC-425B-4244-A6B7-4CEF3B9E0B78}" type="presParOf" srcId="{668AED42-D78C-4BC6-A59C-D2A94AD6D3E4}" destId="{B05B9747-DAD7-460B-BEDB-00E11C07E908}" srcOrd="4" destOrd="0" presId="urn:microsoft.com/office/officeart/2005/8/layout/default"/>
    <dgm:cxn modelId="{5D1F192D-F378-443F-A6B7-1F368BE9934D}" type="presParOf" srcId="{668AED42-D78C-4BC6-A59C-D2A94AD6D3E4}" destId="{DF0C0F15-3895-4B66-B565-320B9E1497A2}" srcOrd="5" destOrd="0" presId="urn:microsoft.com/office/officeart/2005/8/layout/default"/>
    <dgm:cxn modelId="{5C859169-A54C-4FE3-BD34-E03365113232}" type="presParOf" srcId="{668AED42-D78C-4BC6-A59C-D2A94AD6D3E4}" destId="{6D122081-57D5-447A-AA81-530A149E92C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957F8D-AE6A-488D-82AF-79952101B6B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E430E9-CDC1-47A0-9D57-F0CBB174FBB2}">
      <dgm:prSet/>
      <dgm:spPr/>
      <dgm:t>
        <a:bodyPr/>
        <a:lstStyle/>
        <a:p>
          <a:r>
            <a:rPr lang="en-US"/>
            <a:t>邏輯極強：展現出極其嚴謹的推理鏈條 (Chain-of-Thought)</a:t>
          </a:r>
        </a:p>
      </dgm:t>
    </dgm:pt>
    <dgm:pt modelId="{910D77D5-61D2-4888-A1C1-090EF62A04D2}" type="parTrans" cxnId="{6FBB10E5-3F72-4074-9069-E8DA1FC010C7}">
      <dgm:prSet/>
      <dgm:spPr/>
      <dgm:t>
        <a:bodyPr/>
        <a:lstStyle/>
        <a:p>
          <a:endParaRPr lang="en-US"/>
        </a:p>
      </dgm:t>
    </dgm:pt>
    <dgm:pt modelId="{58234DD4-31B7-4FB6-AFE7-5BF9D364247D}" type="sibTrans" cxnId="{6FBB10E5-3F72-4074-9069-E8DA1FC010C7}">
      <dgm:prSet/>
      <dgm:spPr/>
      <dgm:t>
        <a:bodyPr/>
        <a:lstStyle/>
        <a:p>
          <a:endParaRPr lang="en-US"/>
        </a:p>
      </dgm:t>
    </dgm:pt>
    <dgm:pt modelId="{AB9D3273-C8C6-46D9-8128-3A8C5DECF9AB}">
      <dgm:prSet/>
      <dgm:spPr/>
      <dgm:t>
        <a:bodyPr/>
        <a:lstStyle/>
        <a:p>
          <a:r>
            <a:rPr lang="en-US"/>
            <a:t>精準度高：能準確定位 `Mambas.pdf` 中的關鍵技術細節</a:t>
          </a:r>
        </a:p>
      </dgm:t>
    </dgm:pt>
    <dgm:pt modelId="{152BAC53-EE45-4D6C-A0E7-A7C508366C6A}" type="parTrans" cxnId="{1F0D6013-9C7D-48AC-A149-E6F844E49F00}">
      <dgm:prSet/>
      <dgm:spPr/>
      <dgm:t>
        <a:bodyPr/>
        <a:lstStyle/>
        <a:p>
          <a:endParaRPr lang="en-US"/>
        </a:p>
      </dgm:t>
    </dgm:pt>
    <dgm:pt modelId="{49A7DF24-9D63-4615-8D33-C4ECEF1EBCB2}" type="sibTrans" cxnId="{1F0D6013-9C7D-48AC-A149-E6F844E49F00}">
      <dgm:prSet/>
      <dgm:spPr/>
      <dgm:t>
        <a:bodyPr/>
        <a:lstStyle/>
        <a:p>
          <a:endParaRPr lang="en-US"/>
        </a:p>
      </dgm:t>
    </dgm:pt>
    <dgm:pt modelId="{10ED3827-8310-410E-857D-982CA10C74D0}">
      <dgm:prSet/>
      <dgm:spPr/>
      <dgm:t>
        <a:bodyPr/>
        <a:lstStyle/>
        <a:p>
          <a:r>
            <a:rPr lang="en-US"/>
            <a:t>運行效率：在 Ollama 環境下反應迅速且輸出穩定</a:t>
          </a:r>
        </a:p>
      </dgm:t>
    </dgm:pt>
    <dgm:pt modelId="{1B092A5D-AFAF-4751-9FE3-30BBA7E0DAE3}" type="parTrans" cxnId="{4B3C5CC3-AA08-4033-9BE3-D5F0C31F8A79}">
      <dgm:prSet/>
      <dgm:spPr/>
      <dgm:t>
        <a:bodyPr/>
        <a:lstStyle/>
        <a:p>
          <a:endParaRPr lang="en-US"/>
        </a:p>
      </dgm:t>
    </dgm:pt>
    <dgm:pt modelId="{5F2F12C2-1230-4203-94D0-DF48C04CB5C3}" type="sibTrans" cxnId="{4B3C5CC3-AA08-4033-9BE3-D5F0C31F8A79}">
      <dgm:prSet/>
      <dgm:spPr/>
      <dgm:t>
        <a:bodyPr/>
        <a:lstStyle/>
        <a:p>
          <a:endParaRPr lang="en-US"/>
        </a:p>
      </dgm:t>
    </dgm:pt>
    <dgm:pt modelId="{CCD02F9D-81BE-43A5-8A08-AF331D546937}">
      <dgm:prSet/>
      <dgm:spPr/>
      <dgm:t>
        <a:bodyPr/>
        <a:lstStyle/>
        <a:p>
          <a:r>
            <a:rPr lang="en-US"/>
            <a:t>結論：是目前本地邏輯分析最推薦的免費模型</a:t>
          </a:r>
        </a:p>
      </dgm:t>
    </dgm:pt>
    <dgm:pt modelId="{676D8896-C523-4913-9FBF-1273E34BC58A}" type="parTrans" cxnId="{E7C11787-EC61-4DF1-838D-B1FA322CBC2A}">
      <dgm:prSet/>
      <dgm:spPr/>
      <dgm:t>
        <a:bodyPr/>
        <a:lstStyle/>
        <a:p>
          <a:endParaRPr lang="en-US"/>
        </a:p>
      </dgm:t>
    </dgm:pt>
    <dgm:pt modelId="{098D2580-E2B5-406E-9766-0B0655586A5F}" type="sibTrans" cxnId="{E7C11787-EC61-4DF1-838D-B1FA322CBC2A}">
      <dgm:prSet/>
      <dgm:spPr/>
      <dgm:t>
        <a:bodyPr/>
        <a:lstStyle/>
        <a:p>
          <a:endParaRPr lang="en-US"/>
        </a:p>
      </dgm:t>
    </dgm:pt>
    <dgm:pt modelId="{EC8CA7A3-302E-4272-B4A5-650D228ADEB3}" type="pres">
      <dgm:prSet presAssocID="{71957F8D-AE6A-488D-82AF-79952101B6B9}" presName="diagram" presStyleCnt="0">
        <dgm:presLayoutVars>
          <dgm:dir/>
          <dgm:resizeHandles val="exact"/>
        </dgm:presLayoutVars>
      </dgm:prSet>
      <dgm:spPr/>
    </dgm:pt>
    <dgm:pt modelId="{9E49219F-C9F2-4E1D-BE7B-6B63FEAEBBBD}" type="pres">
      <dgm:prSet presAssocID="{49E430E9-CDC1-47A0-9D57-F0CBB174FBB2}" presName="node" presStyleLbl="node1" presStyleIdx="0" presStyleCnt="4">
        <dgm:presLayoutVars>
          <dgm:bulletEnabled val="1"/>
        </dgm:presLayoutVars>
      </dgm:prSet>
      <dgm:spPr/>
    </dgm:pt>
    <dgm:pt modelId="{3CE9317A-DE88-462B-B067-389055B93D4D}" type="pres">
      <dgm:prSet presAssocID="{58234DD4-31B7-4FB6-AFE7-5BF9D364247D}" presName="sibTrans" presStyleCnt="0"/>
      <dgm:spPr/>
    </dgm:pt>
    <dgm:pt modelId="{D8C31707-D927-4917-A2CC-6685DC2F2E07}" type="pres">
      <dgm:prSet presAssocID="{AB9D3273-C8C6-46D9-8128-3A8C5DECF9AB}" presName="node" presStyleLbl="node1" presStyleIdx="1" presStyleCnt="4">
        <dgm:presLayoutVars>
          <dgm:bulletEnabled val="1"/>
        </dgm:presLayoutVars>
      </dgm:prSet>
      <dgm:spPr/>
    </dgm:pt>
    <dgm:pt modelId="{715DC8DC-96BE-414F-AF0A-46E0347FB400}" type="pres">
      <dgm:prSet presAssocID="{49A7DF24-9D63-4615-8D33-C4ECEF1EBCB2}" presName="sibTrans" presStyleCnt="0"/>
      <dgm:spPr/>
    </dgm:pt>
    <dgm:pt modelId="{9066AD40-A8F8-4441-97F6-90B819EAB1EA}" type="pres">
      <dgm:prSet presAssocID="{10ED3827-8310-410E-857D-982CA10C74D0}" presName="node" presStyleLbl="node1" presStyleIdx="2" presStyleCnt="4">
        <dgm:presLayoutVars>
          <dgm:bulletEnabled val="1"/>
        </dgm:presLayoutVars>
      </dgm:prSet>
      <dgm:spPr/>
    </dgm:pt>
    <dgm:pt modelId="{BBB5321E-74C6-46A4-8967-5FA134477E40}" type="pres">
      <dgm:prSet presAssocID="{5F2F12C2-1230-4203-94D0-DF48C04CB5C3}" presName="sibTrans" presStyleCnt="0"/>
      <dgm:spPr/>
    </dgm:pt>
    <dgm:pt modelId="{D28AE718-AEB9-439A-8D78-594BFC41A57E}" type="pres">
      <dgm:prSet presAssocID="{CCD02F9D-81BE-43A5-8A08-AF331D546937}" presName="node" presStyleLbl="node1" presStyleIdx="3" presStyleCnt="4">
        <dgm:presLayoutVars>
          <dgm:bulletEnabled val="1"/>
        </dgm:presLayoutVars>
      </dgm:prSet>
      <dgm:spPr/>
    </dgm:pt>
  </dgm:ptLst>
  <dgm:cxnLst>
    <dgm:cxn modelId="{1F0D6013-9C7D-48AC-A149-E6F844E49F00}" srcId="{71957F8D-AE6A-488D-82AF-79952101B6B9}" destId="{AB9D3273-C8C6-46D9-8128-3A8C5DECF9AB}" srcOrd="1" destOrd="0" parTransId="{152BAC53-EE45-4D6C-A0E7-A7C508366C6A}" sibTransId="{49A7DF24-9D63-4615-8D33-C4ECEF1EBCB2}"/>
    <dgm:cxn modelId="{81FF792C-6E80-4BAA-99AF-0DF8F5047E43}" type="presOf" srcId="{71957F8D-AE6A-488D-82AF-79952101B6B9}" destId="{EC8CA7A3-302E-4272-B4A5-650D228ADEB3}" srcOrd="0" destOrd="0" presId="urn:microsoft.com/office/officeart/2005/8/layout/default"/>
    <dgm:cxn modelId="{376FC831-293D-4D65-8689-1F9B52169350}" type="presOf" srcId="{AB9D3273-C8C6-46D9-8128-3A8C5DECF9AB}" destId="{D8C31707-D927-4917-A2CC-6685DC2F2E07}" srcOrd="0" destOrd="0" presId="urn:microsoft.com/office/officeart/2005/8/layout/default"/>
    <dgm:cxn modelId="{E7C11787-EC61-4DF1-838D-B1FA322CBC2A}" srcId="{71957F8D-AE6A-488D-82AF-79952101B6B9}" destId="{CCD02F9D-81BE-43A5-8A08-AF331D546937}" srcOrd="3" destOrd="0" parTransId="{676D8896-C523-4913-9FBF-1273E34BC58A}" sibTransId="{098D2580-E2B5-406E-9766-0B0655586A5F}"/>
    <dgm:cxn modelId="{439B7AA9-0DC8-42F5-B7A3-E3E4CED04888}" type="presOf" srcId="{10ED3827-8310-410E-857D-982CA10C74D0}" destId="{9066AD40-A8F8-4441-97F6-90B819EAB1EA}" srcOrd="0" destOrd="0" presId="urn:microsoft.com/office/officeart/2005/8/layout/default"/>
    <dgm:cxn modelId="{4B3C5CC3-AA08-4033-9BE3-D5F0C31F8A79}" srcId="{71957F8D-AE6A-488D-82AF-79952101B6B9}" destId="{10ED3827-8310-410E-857D-982CA10C74D0}" srcOrd="2" destOrd="0" parTransId="{1B092A5D-AFAF-4751-9FE3-30BBA7E0DAE3}" sibTransId="{5F2F12C2-1230-4203-94D0-DF48C04CB5C3}"/>
    <dgm:cxn modelId="{6FBB10E5-3F72-4074-9069-E8DA1FC010C7}" srcId="{71957F8D-AE6A-488D-82AF-79952101B6B9}" destId="{49E430E9-CDC1-47A0-9D57-F0CBB174FBB2}" srcOrd="0" destOrd="0" parTransId="{910D77D5-61D2-4888-A1C1-090EF62A04D2}" sibTransId="{58234DD4-31B7-4FB6-AFE7-5BF9D364247D}"/>
    <dgm:cxn modelId="{95AF2BF7-64A8-42C1-A908-71BE251C036E}" type="presOf" srcId="{CCD02F9D-81BE-43A5-8A08-AF331D546937}" destId="{D28AE718-AEB9-439A-8D78-594BFC41A57E}" srcOrd="0" destOrd="0" presId="urn:microsoft.com/office/officeart/2005/8/layout/default"/>
    <dgm:cxn modelId="{C73CDDF8-1ABE-4490-8185-7595FB7F45F9}" type="presOf" srcId="{49E430E9-CDC1-47A0-9D57-F0CBB174FBB2}" destId="{9E49219F-C9F2-4E1D-BE7B-6B63FEAEBBBD}" srcOrd="0" destOrd="0" presId="urn:microsoft.com/office/officeart/2005/8/layout/default"/>
    <dgm:cxn modelId="{3D478E12-EE08-421C-8B3D-4C3362BF7F57}" type="presParOf" srcId="{EC8CA7A3-302E-4272-B4A5-650D228ADEB3}" destId="{9E49219F-C9F2-4E1D-BE7B-6B63FEAEBBBD}" srcOrd="0" destOrd="0" presId="urn:microsoft.com/office/officeart/2005/8/layout/default"/>
    <dgm:cxn modelId="{711C1896-3366-4D0C-A793-E35293633FAB}" type="presParOf" srcId="{EC8CA7A3-302E-4272-B4A5-650D228ADEB3}" destId="{3CE9317A-DE88-462B-B067-389055B93D4D}" srcOrd="1" destOrd="0" presId="urn:microsoft.com/office/officeart/2005/8/layout/default"/>
    <dgm:cxn modelId="{026A8C44-79E9-455E-A52C-1D50E39F4E6E}" type="presParOf" srcId="{EC8CA7A3-302E-4272-B4A5-650D228ADEB3}" destId="{D8C31707-D927-4917-A2CC-6685DC2F2E07}" srcOrd="2" destOrd="0" presId="urn:microsoft.com/office/officeart/2005/8/layout/default"/>
    <dgm:cxn modelId="{78E79C66-91F6-4D3A-935D-F0B174EBBC6F}" type="presParOf" srcId="{EC8CA7A3-302E-4272-B4A5-650D228ADEB3}" destId="{715DC8DC-96BE-414F-AF0A-46E0347FB400}" srcOrd="3" destOrd="0" presId="urn:microsoft.com/office/officeart/2005/8/layout/default"/>
    <dgm:cxn modelId="{DE2600AD-A73A-4C77-8D91-4C3127976C00}" type="presParOf" srcId="{EC8CA7A3-302E-4272-B4A5-650D228ADEB3}" destId="{9066AD40-A8F8-4441-97F6-90B819EAB1EA}" srcOrd="4" destOrd="0" presId="urn:microsoft.com/office/officeart/2005/8/layout/default"/>
    <dgm:cxn modelId="{A0129A4C-78C3-4797-9A84-678DE0D73CF0}" type="presParOf" srcId="{EC8CA7A3-302E-4272-B4A5-650D228ADEB3}" destId="{BBB5321E-74C6-46A4-8967-5FA134477E40}" srcOrd="5" destOrd="0" presId="urn:microsoft.com/office/officeart/2005/8/layout/default"/>
    <dgm:cxn modelId="{FC2A47CF-1DC2-42B5-870B-3809CEE4AD0A}" type="presParOf" srcId="{EC8CA7A3-302E-4272-B4A5-650D228ADEB3}" destId="{D28AE718-AEB9-439A-8D78-594BFC41A57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B686D6-FD4F-40C9-9146-F62EBC31463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072A7F-97DC-4F86-8623-F6F05ABC3E06}">
      <dgm:prSet/>
      <dgm:spPr/>
      <dgm:t>
        <a:bodyPr/>
        <a:lstStyle/>
        <a:p>
          <a:r>
            <a:rPr lang="en-US"/>
            <a:t>結構優異：回覆內容分點明確，結構化程度最高</a:t>
          </a:r>
        </a:p>
      </dgm:t>
    </dgm:pt>
    <dgm:pt modelId="{FBB9B555-94BF-4D31-B4E8-F9160D92EF22}" type="parTrans" cxnId="{79CC4166-45FC-4386-BC20-8B04CBEE801D}">
      <dgm:prSet/>
      <dgm:spPr/>
      <dgm:t>
        <a:bodyPr/>
        <a:lstStyle/>
        <a:p>
          <a:endParaRPr lang="en-US"/>
        </a:p>
      </dgm:t>
    </dgm:pt>
    <dgm:pt modelId="{339FFEC3-CF41-41B7-847F-22856DB0D692}" type="sibTrans" cxnId="{79CC4166-45FC-4386-BC20-8B04CBEE801D}">
      <dgm:prSet/>
      <dgm:spPr/>
      <dgm:t>
        <a:bodyPr/>
        <a:lstStyle/>
        <a:p>
          <a:endParaRPr lang="en-US"/>
        </a:p>
      </dgm:t>
    </dgm:pt>
    <dgm:pt modelId="{AB477EC0-84D1-4113-8811-B53B99037F41}">
      <dgm:prSet/>
      <dgm:spPr/>
      <dgm:t>
        <a:bodyPr/>
        <a:lstStyle/>
        <a:p>
          <a:r>
            <a:rPr lang="en-US"/>
            <a:t>完整度高：能提供全面性的摘要，不遺漏重要資訊</a:t>
          </a:r>
        </a:p>
      </dgm:t>
    </dgm:pt>
    <dgm:pt modelId="{1A6F094B-69DB-4F53-8705-7B2963D8D71B}" type="parTrans" cxnId="{E86D7099-CBED-4377-B969-6DD7C7A1FC2C}">
      <dgm:prSet/>
      <dgm:spPr/>
      <dgm:t>
        <a:bodyPr/>
        <a:lstStyle/>
        <a:p>
          <a:endParaRPr lang="en-US"/>
        </a:p>
      </dgm:t>
    </dgm:pt>
    <dgm:pt modelId="{10EFD306-6192-4919-A920-279CC959EE06}" type="sibTrans" cxnId="{E86D7099-CBED-4377-B969-6DD7C7A1FC2C}">
      <dgm:prSet/>
      <dgm:spPr/>
      <dgm:t>
        <a:bodyPr/>
        <a:lstStyle/>
        <a:p>
          <a:endParaRPr lang="en-US"/>
        </a:p>
      </dgm:t>
    </dgm:pt>
    <dgm:pt modelId="{D05387FB-1CE4-49B5-832D-5A94501939E8}">
      <dgm:prSet/>
      <dgm:spPr/>
      <dgm:t>
        <a:bodyPr/>
        <a:lstStyle/>
        <a:p>
          <a:r>
            <a:rPr lang="en-US"/>
            <a:t>限制條件：需維持網路連線（Cloud 版本），非完全本地化</a:t>
          </a:r>
        </a:p>
      </dgm:t>
    </dgm:pt>
    <dgm:pt modelId="{5AAE3FF2-1F0F-48A0-899A-845407AD70B6}" type="parTrans" cxnId="{2F5A60B9-5C64-4FB1-AED1-D174E35E92F8}">
      <dgm:prSet/>
      <dgm:spPr/>
      <dgm:t>
        <a:bodyPr/>
        <a:lstStyle/>
        <a:p>
          <a:endParaRPr lang="en-US"/>
        </a:p>
      </dgm:t>
    </dgm:pt>
    <dgm:pt modelId="{754C0DA6-A5C8-4C68-8942-F9A11B6AD405}" type="sibTrans" cxnId="{2F5A60B9-5C64-4FB1-AED1-D174E35E92F8}">
      <dgm:prSet/>
      <dgm:spPr/>
      <dgm:t>
        <a:bodyPr/>
        <a:lstStyle/>
        <a:p>
          <a:endParaRPr lang="en-US"/>
        </a:p>
      </dgm:t>
    </dgm:pt>
    <dgm:pt modelId="{79B01166-04AA-45B2-A495-C88898AD2F9E}">
      <dgm:prSet/>
      <dgm:spPr/>
      <dgm:t>
        <a:bodyPr/>
        <a:lstStyle/>
        <a:p>
          <a:r>
            <a:rPr lang="en-US"/>
            <a:t>結論：適合需要高品質格式輸出且允許連網的場景</a:t>
          </a:r>
        </a:p>
      </dgm:t>
    </dgm:pt>
    <dgm:pt modelId="{CF02D916-4A05-4D3A-9FE7-BDE6EFCA6EF1}" type="parTrans" cxnId="{8DDBE3A4-3D07-469F-AFAC-EFE2426B3E81}">
      <dgm:prSet/>
      <dgm:spPr/>
      <dgm:t>
        <a:bodyPr/>
        <a:lstStyle/>
        <a:p>
          <a:endParaRPr lang="en-US"/>
        </a:p>
      </dgm:t>
    </dgm:pt>
    <dgm:pt modelId="{E08C349C-998D-41D9-B317-30A8957B33BB}" type="sibTrans" cxnId="{8DDBE3A4-3D07-469F-AFAC-EFE2426B3E81}">
      <dgm:prSet/>
      <dgm:spPr/>
      <dgm:t>
        <a:bodyPr/>
        <a:lstStyle/>
        <a:p>
          <a:endParaRPr lang="en-US"/>
        </a:p>
      </dgm:t>
    </dgm:pt>
    <dgm:pt modelId="{A7E5095A-0A28-4956-B07B-8A3A74AA13C3}" type="pres">
      <dgm:prSet presAssocID="{6DB686D6-FD4F-40C9-9146-F62EBC314638}" presName="linear" presStyleCnt="0">
        <dgm:presLayoutVars>
          <dgm:animLvl val="lvl"/>
          <dgm:resizeHandles val="exact"/>
        </dgm:presLayoutVars>
      </dgm:prSet>
      <dgm:spPr/>
    </dgm:pt>
    <dgm:pt modelId="{8DC678E3-9F4C-42F1-9CE0-50CC416E858C}" type="pres">
      <dgm:prSet presAssocID="{80072A7F-97DC-4F86-8623-F6F05ABC3E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E0997A5-0AD6-4380-B848-510EB1C50C28}" type="pres">
      <dgm:prSet presAssocID="{339FFEC3-CF41-41B7-847F-22856DB0D692}" presName="spacer" presStyleCnt="0"/>
      <dgm:spPr/>
    </dgm:pt>
    <dgm:pt modelId="{0CBDD6ED-7DF8-4061-B76E-9931D32C4FF8}" type="pres">
      <dgm:prSet presAssocID="{AB477EC0-84D1-4113-8811-B53B99037F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1B78AC-FEAF-4270-B198-E0BE154C275D}" type="pres">
      <dgm:prSet presAssocID="{10EFD306-6192-4919-A920-279CC959EE06}" presName="spacer" presStyleCnt="0"/>
      <dgm:spPr/>
    </dgm:pt>
    <dgm:pt modelId="{5D492009-A6D9-492D-B0B1-B05020EC33C7}" type="pres">
      <dgm:prSet presAssocID="{D05387FB-1CE4-49B5-832D-5A94501939E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2F2AD1-F88A-40AA-BDCB-A641ED276116}" type="pres">
      <dgm:prSet presAssocID="{754C0DA6-A5C8-4C68-8942-F9A11B6AD405}" presName="spacer" presStyleCnt="0"/>
      <dgm:spPr/>
    </dgm:pt>
    <dgm:pt modelId="{284CBF71-BD76-4E4C-81FF-8A475D8655D8}" type="pres">
      <dgm:prSet presAssocID="{79B01166-04AA-45B2-A495-C88898AD2F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EEAA30F-AD75-4D40-BA93-04574E9825DB}" type="presOf" srcId="{6DB686D6-FD4F-40C9-9146-F62EBC314638}" destId="{A7E5095A-0A28-4956-B07B-8A3A74AA13C3}" srcOrd="0" destOrd="0" presId="urn:microsoft.com/office/officeart/2005/8/layout/vList2"/>
    <dgm:cxn modelId="{07B9E70F-E25F-42EB-B526-06D24A292577}" type="presOf" srcId="{D05387FB-1CE4-49B5-832D-5A94501939E8}" destId="{5D492009-A6D9-492D-B0B1-B05020EC33C7}" srcOrd="0" destOrd="0" presId="urn:microsoft.com/office/officeart/2005/8/layout/vList2"/>
    <dgm:cxn modelId="{79CC4166-45FC-4386-BC20-8B04CBEE801D}" srcId="{6DB686D6-FD4F-40C9-9146-F62EBC314638}" destId="{80072A7F-97DC-4F86-8623-F6F05ABC3E06}" srcOrd="0" destOrd="0" parTransId="{FBB9B555-94BF-4D31-B4E8-F9160D92EF22}" sibTransId="{339FFEC3-CF41-41B7-847F-22856DB0D692}"/>
    <dgm:cxn modelId="{D7E88E55-3C99-4247-B063-5540CD4B236D}" type="presOf" srcId="{AB477EC0-84D1-4113-8811-B53B99037F41}" destId="{0CBDD6ED-7DF8-4061-B76E-9931D32C4FF8}" srcOrd="0" destOrd="0" presId="urn:microsoft.com/office/officeart/2005/8/layout/vList2"/>
    <dgm:cxn modelId="{E86D7099-CBED-4377-B969-6DD7C7A1FC2C}" srcId="{6DB686D6-FD4F-40C9-9146-F62EBC314638}" destId="{AB477EC0-84D1-4113-8811-B53B99037F41}" srcOrd="1" destOrd="0" parTransId="{1A6F094B-69DB-4F53-8705-7B2963D8D71B}" sibTransId="{10EFD306-6192-4919-A920-279CC959EE06}"/>
    <dgm:cxn modelId="{8DDBE3A4-3D07-469F-AFAC-EFE2426B3E81}" srcId="{6DB686D6-FD4F-40C9-9146-F62EBC314638}" destId="{79B01166-04AA-45B2-A495-C88898AD2F9E}" srcOrd="3" destOrd="0" parTransId="{CF02D916-4A05-4D3A-9FE7-BDE6EFCA6EF1}" sibTransId="{E08C349C-998D-41D9-B317-30A8957B33BB}"/>
    <dgm:cxn modelId="{46A00CA5-CB25-4327-87CA-A88EA40ED7A4}" type="presOf" srcId="{80072A7F-97DC-4F86-8623-F6F05ABC3E06}" destId="{8DC678E3-9F4C-42F1-9CE0-50CC416E858C}" srcOrd="0" destOrd="0" presId="urn:microsoft.com/office/officeart/2005/8/layout/vList2"/>
    <dgm:cxn modelId="{2F5A60B9-5C64-4FB1-AED1-D174E35E92F8}" srcId="{6DB686D6-FD4F-40C9-9146-F62EBC314638}" destId="{D05387FB-1CE4-49B5-832D-5A94501939E8}" srcOrd="2" destOrd="0" parTransId="{5AAE3FF2-1F0F-48A0-899A-845407AD70B6}" sibTransId="{754C0DA6-A5C8-4C68-8942-F9A11B6AD405}"/>
    <dgm:cxn modelId="{76C852FD-DC12-47C7-AD4C-295A35BA845B}" type="presOf" srcId="{79B01166-04AA-45B2-A495-C88898AD2F9E}" destId="{284CBF71-BD76-4E4C-81FF-8A475D8655D8}" srcOrd="0" destOrd="0" presId="urn:microsoft.com/office/officeart/2005/8/layout/vList2"/>
    <dgm:cxn modelId="{FE7D6683-843F-487D-9025-EDC2894AA264}" type="presParOf" srcId="{A7E5095A-0A28-4956-B07B-8A3A74AA13C3}" destId="{8DC678E3-9F4C-42F1-9CE0-50CC416E858C}" srcOrd="0" destOrd="0" presId="urn:microsoft.com/office/officeart/2005/8/layout/vList2"/>
    <dgm:cxn modelId="{AF65F93F-2A5C-4F88-9E12-880EA1CB6B72}" type="presParOf" srcId="{A7E5095A-0A28-4956-B07B-8A3A74AA13C3}" destId="{CE0997A5-0AD6-4380-B848-510EB1C50C28}" srcOrd="1" destOrd="0" presId="urn:microsoft.com/office/officeart/2005/8/layout/vList2"/>
    <dgm:cxn modelId="{3C635D36-2F1E-4E34-80A2-8773E224C5AC}" type="presParOf" srcId="{A7E5095A-0A28-4956-B07B-8A3A74AA13C3}" destId="{0CBDD6ED-7DF8-4061-B76E-9931D32C4FF8}" srcOrd="2" destOrd="0" presId="urn:microsoft.com/office/officeart/2005/8/layout/vList2"/>
    <dgm:cxn modelId="{D26A08EE-3BA7-4D1B-853F-DF1C3F220E27}" type="presParOf" srcId="{A7E5095A-0A28-4956-B07B-8A3A74AA13C3}" destId="{051B78AC-FEAF-4270-B198-E0BE154C275D}" srcOrd="3" destOrd="0" presId="urn:microsoft.com/office/officeart/2005/8/layout/vList2"/>
    <dgm:cxn modelId="{E93F39B4-B595-4D7E-BC0B-45AB9AFECF9D}" type="presParOf" srcId="{A7E5095A-0A28-4956-B07B-8A3A74AA13C3}" destId="{5D492009-A6D9-492D-B0B1-B05020EC33C7}" srcOrd="4" destOrd="0" presId="urn:microsoft.com/office/officeart/2005/8/layout/vList2"/>
    <dgm:cxn modelId="{3C3AEDE4-97D1-42C2-B414-5E20AA0BE093}" type="presParOf" srcId="{A7E5095A-0A28-4956-B07B-8A3A74AA13C3}" destId="{A62F2AD1-F88A-40AA-BDCB-A641ED276116}" srcOrd="5" destOrd="0" presId="urn:microsoft.com/office/officeart/2005/8/layout/vList2"/>
    <dgm:cxn modelId="{63AB37A5-CBFC-4888-8D2B-B71185FEA4D0}" type="presParOf" srcId="{A7E5095A-0A28-4956-B07B-8A3A74AA13C3}" destId="{284CBF71-BD76-4E4C-81FF-8A475D8655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318836-5BAF-4F99-B9BF-8A5ED05D1A9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4D7C84-CC1E-4FF0-B7F4-63676AAB6EE8}">
      <dgm:prSet/>
      <dgm:spPr/>
      <dgm:t>
        <a:bodyPr/>
        <a:lstStyle/>
        <a:p>
          <a:r>
            <a:rPr lang="en-US"/>
            <a:t>邏輯推論：DeepSeek-R1 &gt; Gemma4 &gt; Qwen3</a:t>
          </a:r>
        </a:p>
      </dgm:t>
    </dgm:pt>
    <dgm:pt modelId="{55E0CAED-953B-4540-9B70-540E1E7DA304}" type="parTrans" cxnId="{DB9A0A92-3326-4EFD-90E4-A553DB26E017}">
      <dgm:prSet/>
      <dgm:spPr/>
      <dgm:t>
        <a:bodyPr/>
        <a:lstStyle/>
        <a:p>
          <a:endParaRPr lang="en-US"/>
        </a:p>
      </dgm:t>
    </dgm:pt>
    <dgm:pt modelId="{9C0B2EF0-8130-4E28-8254-EF55C3EC9967}" type="sibTrans" cxnId="{DB9A0A92-3326-4EFD-90E4-A553DB26E017}">
      <dgm:prSet/>
      <dgm:spPr/>
      <dgm:t>
        <a:bodyPr/>
        <a:lstStyle/>
        <a:p>
          <a:endParaRPr lang="en-US"/>
        </a:p>
      </dgm:t>
    </dgm:pt>
    <dgm:pt modelId="{C9C4CFF5-DAC5-4F90-8193-A94D3AE97FD6}">
      <dgm:prSet/>
      <dgm:spPr/>
      <dgm:t>
        <a:bodyPr/>
        <a:lstStyle/>
        <a:p>
          <a:r>
            <a:rPr lang="en-US"/>
            <a:t>輸出結構：Gemma4 &gt; DeepSeek-R1 &gt; Qwen3</a:t>
          </a:r>
        </a:p>
      </dgm:t>
    </dgm:pt>
    <dgm:pt modelId="{B9F7BE84-77DF-4C71-A4EF-CD75E2C69DD9}" type="parTrans" cxnId="{E1AF2300-246E-4E27-8046-6778693213A1}">
      <dgm:prSet/>
      <dgm:spPr/>
      <dgm:t>
        <a:bodyPr/>
        <a:lstStyle/>
        <a:p>
          <a:endParaRPr lang="en-US"/>
        </a:p>
      </dgm:t>
    </dgm:pt>
    <dgm:pt modelId="{35041D38-F32B-4D74-90DE-BEB4D028C1DE}" type="sibTrans" cxnId="{E1AF2300-246E-4E27-8046-6778693213A1}">
      <dgm:prSet/>
      <dgm:spPr/>
      <dgm:t>
        <a:bodyPr/>
        <a:lstStyle/>
        <a:p>
          <a:endParaRPr lang="en-US"/>
        </a:p>
      </dgm:t>
    </dgm:pt>
    <dgm:pt modelId="{DF249783-0523-42E3-859C-490993CE251A}">
      <dgm:prSet/>
      <dgm:spPr/>
      <dgm:t>
        <a:bodyPr/>
        <a:lstStyle/>
        <a:p>
          <a:r>
            <a:rPr lang="en-US"/>
            <a:t>穩定程度：DeepSeek-R1 &gt; Gemma4 &gt; Qwen3</a:t>
          </a:r>
        </a:p>
      </dgm:t>
    </dgm:pt>
    <dgm:pt modelId="{4010E279-1272-4A2D-8D3B-3C033042145D}" type="parTrans" cxnId="{6E487C8C-F486-4DA3-B035-DD532A676D7F}">
      <dgm:prSet/>
      <dgm:spPr/>
      <dgm:t>
        <a:bodyPr/>
        <a:lstStyle/>
        <a:p>
          <a:endParaRPr lang="en-US"/>
        </a:p>
      </dgm:t>
    </dgm:pt>
    <dgm:pt modelId="{7B67A78E-A5B6-46C7-B7B9-EBBD2D698FE1}" type="sibTrans" cxnId="{6E487C8C-F486-4DA3-B035-DD532A676D7F}">
      <dgm:prSet/>
      <dgm:spPr/>
      <dgm:t>
        <a:bodyPr/>
        <a:lstStyle/>
        <a:p>
          <a:endParaRPr lang="en-US"/>
        </a:p>
      </dgm:t>
    </dgm:pt>
    <dgm:pt modelId="{7D47000C-D36A-4BE9-B607-8673CD292E2D}">
      <dgm:prSet/>
      <dgm:spPr/>
      <dgm:t>
        <a:bodyPr/>
        <a:lstStyle/>
        <a:p>
          <a:r>
            <a:rPr lang="en-US"/>
            <a:t>最終結論：DeepSeek-R1 是本地免費分析的最佳平衡選擇</a:t>
          </a:r>
        </a:p>
      </dgm:t>
    </dgm:pt>
    <dgm:pt modelId="{82685CAA-3698-4EE8-BF06-023AC4EF6F72}" type="parTrans" cxnId="{B23D3131-D895-4359-A67D-A6F0673FFB0F}">
      <dgm:prSet/>
      <dgm:spPr/>
      <dgm:t>
        <a:bodyPr/>
        <a:lstStyle/>
        <a:p>
          <a:endParaRPr lang="en-US"/>
        </a:p>
      </dgm:t>
    </dgm:pt>
    <dgm:pt modelId="{376A76F5-CD15-4589-92E9-EE1600CE2E1E}" type="sibTrans" cxnId="{B23D3131-D895-4359-A67D-A6F0673FFB0F}">
      <dgm:prSet/>
      <dgm:spPr/>
      <dgm:t>
        <a:bodyPr/>
        <a:lstStyle/>
        <a:p>
          <a:endParaRPr lang="en-US"/>
        </a:p>
      </dgm:t>
    </dgm:pt>
    <dgm:pt modelId="{F2E94C56-DF8C-4401-AC3F-736F8F8F9847}" type="pres">
      <dgm:prSet presAssocID="{12318836-5BAF-4F99-B9BF-8A5ED05D1A99}" presName="linear" presStyleCnt="0">
        <dgm:presLayoutVars>
          <dgm:animLvl val="lvl"/>
          <dgm:resizeHandles val="exact"/>
        </dgm:presLayoutVars>
      </dgm:prSet>
      <dgm:spPr/>
    </dgm:pt>
    <dgm:pt modelId="{C5348434-041F-42C9-AF2B-9A25245272D0}" type="pres">
      <dgm:prSet presAssocID="{4F4D7C84-CC1E-4FF0-B7F4-63676AAB6EE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DF6851-7585-45B8-9D22-B259F6974AAA}" type="pres">
      <dgm:prSet presAssocID="{9C0B2EF0-8130-4E28-8254-EF55C3EC9967}" presName="spacer" presStyleCnt="0"/>
      <dgm:spPr/>
    </dgm:pt>
    <dgm:pt modelId="{E02BDF09-6D80-4DF0-AC66-CDEC6A00AC1E}" type="pres">
      <dgm:prSet presAssocID="{C9C4CFF5-DAC5-4F90-8193-A94D3AE97F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CE820E0-046B-496A-93E7-115159BBE9FA}" type="pres">
      <dgm:prSet presAssocID="{35041D38-F32B-4D74-90DE-BEB4D028C1DE}" presName="spacer" presStyleCnt="0"/>
      <dgm:spPr/>
    </dgm:pt>
    <dgm:pt modelId="{2991A9EF-B3ED-423F-80EA-81AD4BFCFA38}" type="pres">
      <dgm:prSet presAssocID="{DF249783-0523-42E3-859C-490993CE251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02EE43-4826-4A23-86BB-696748935ACB}" type="pres">
      <dgm:prSet presAssocID="{7B67A78E-A5B6-46C7-B7B9-EBBD2D698FE1}" presName="spacer" presStyleCnt="0"/>
      <dgm:spPr/>
    </dgm:pt>
    <dgm:pt modelId="{AC43DA3A-AFDC-47D6-B186-30E73015F50E}" type="pres">
      <dgm:prSet presAssocID="{7D47000C-D36A-4BE9-B607-8673CD292E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AF2300-246E-4E27-8046-6778693213A1}" srcId="{12318836-5BAF-4F99-B9BF-8A5ED05D1A99}" destId="{C9C4CFF5-DAC5-4F90-8193-A94D3AE97FD6}" srcOrd="1" destOrd="0" parTransId="{B9F7BE84-77DF-4C71-A4EF-CD75E2C69DD9}" sibTransId="{35041D38-F32B-4D74-90DE-BEB4D028C1DE}"/>
    <dgm:cxn modelId="{9F452113-8480-4CBC-945D-6BBA43ED1D1B}" type="presOf" srcId="{C9C4CFF5-DAC5-4F90-8193-A94D3AE97FD6}" destId="{E02BDF09-6D80-4DF0-AC66-CDEC6A00AC1E}" srcOrd="0" destOrd="0" presId="urn:microsoft.com/office/officeart/2005/8/layout/vList2"/>
    <dgm:cxn modelId="{927D0F1E-2E9A-4910-A424-9C2CA1DCBA26}" type="presOf" srcId="{12318836-5BAF-4F99-B9BF-8A5ED05D1A99}" destId="{F2E94C56-DF8C-4401-AC3F-736F8F8F9847}" srcOrd="0" destOrd="0" presId="urn:microsoft.com/office/officeart/2005/8/layout/vList2"/>
    <dgm:cxn modelId="{B23D3131-D895-4359-A67D-A6F0673FFB0F}" srcId="{12318836-5BAF-4F99-B9BF-8A5ED05D1A99}" destId="{7D47000C-D36A-4BE9-B607-8673CD292E2D}" srcOrd="3" destOrd="0" parTransId="{82685CAA-3698-4EE8-BF06-023AC4EF6F72}" sibTransId="{376A76F5-CD15-4589-92E9-EE1600CE2E1E}"/>
    <dgm:cxn modelId="{4CDD6861-68DE-4E55-AF7F-0C9FFDE82B51}" type="presOf" srcId="{DF249783-0523-42E3-859C-490993CE251A}" destId="{2991A9EF-B3ED-423F-80EA-81AD4BFCFA38}" srcOrd="0" destOrd="0" presId="urn:microsoft.com/office/officeart/2005/8/layout/vList2"/>
    <dgm:cxn modelId="{5FD40269-3258-40FE-8498-874EA32A3072}" type="presOf" srcId="{7D47000C-D36A-4BE9-B607-8673CD292E2D}" destId="{AC43DA3A-AFDC-47D6-B186-30E73015F50E}" srcOrd="0" destOrd="0" presId="urn:microsoft.com/office/officeart/2005/8/layout/vList2"/>
    <dgm:cxn modelId="{6E487C8C-F486-4DA3-B035-DD532A676D7F}" srcId="{12318836-5BAF-4F99-B9BF-8A5ED05D1A99}" destId="{DF249783-0523-42E3-859C-490993CE251A}" srcOrd="2" destOrd="0" parTransId="{4010E279-1272-4A2D-8D3B-3C033042145D}" sibTransId="{7B67A78E-A5B6-46C7-B7B9-EBBD2D698FE1}"/>
    <dgm:cxn modelId="{DB9A0A92-3326-4EFD-90E4-A553DB26E017}" srcId="{12318836-5BAF-4F99-B9BF-8A5ED05D1A99}" destId="{4F4D7C84-CC1E-4FF0-B7F4-63676AAB6EE8}" srcOrd="0" destOrd="0" parTransId="{55E0CAED-953B-4540-9B70-540E1E7DA304}" sibTransId="{9C0B2EF0-8130-4E28-8254-EF55C3EC9967}"/>
    <dgm:cxn modelId="{6771B8AA-FA88-4297-BD8F-F9C01FB4E3AD}" type="presOf" srcId="{4F4D7C84-CC1E-4FF0-B7F4-63676AAB6EE8}" destId="{C5348434-041F-42C9-AF2B-9A25245272D0}" srcOrd="0" destOrd="0" presId="urn:microsoft.com/office/officeart/2005/8/layout/vList2"/>
    <dgm:cxn modelId="{49965F62-65AD-48B6-AD13-2ED97826CF96}" type="presParOf" srcId="{F2E94C56-DF8C-4401-AC3F-736F8F8F9847}" destId="{C5348434-041F-42C9-AF2B-9A25245272D0}" srcOrd="0" destOrd="0" presId="urn:microsoft.com/office/officeart/2005/8/layout/vList2"/>
    <dgm:cxn modelId="{967244AF-BDCE-43C4-BEBD-005A199B3C84}" type="presParOf" srcId="{F2E94C56-DF8C-4401-AC3F-736F8F8F9847}" destId="{7ADF6851-7585-45B8-9D22-B259F6974AAA}" srcOrd="1" destOrd="0" presId="urn:microsoft.com/office/officeart/2005/8/layout/vList2"/>
    <dgm:cxn modelId="{15BD0029-A2E0-4F28-8BCA-59C3ABCF03E8}" type="presParOf" srcId="{F2E94C56-DF8C-4401-AC3F-736F8F8F9847}" destId="{E02BDF09-6D80-4DF0-AC66-CDEC6A00AC1E}" srcOrd="2" destOrd="0" presId="urn:microsoft.com/office/officeart/2005/8/layout/vList2"/>
    <dgm:cxn modelId="{A506F3DB-8529-40D3-A585-D1B7F34C3C06}" type="presParOf" srcId="{F2E94C56-DF8C-4401-AC3F-736F8F8F9847}" destId="{6CE820E0-046B-496A-93E7-115159BBE9FA}" srcOrd="3" destOrd="0" presId="urn:microsoft.com/office/officeart/2005/8/layout/vList2"/>
    <dgm:cxn modelId="{9B21F887-D8D3-4390-AF03-40BF40354751}" type="presParOf" srcId="{F2E94C56-DF8C-4401-AC3F-736F8F8F9847}" destId="{2991A9EF-B3ED-423F-80EA-81AD4BFCFA38}" srcOrd="4" destOrd="0" presId="urn:microsoft.com/office/officeart/2005/8/layout/vList2"/>
    <dgm:cxn modelId="{4AA7AF83-FF10-406E-B019-A7B9F4E8DC75}" type="presParOf" srcId="{F2E94C56-DF8C-4401-AC3F-736F8F8F9847}" destId="{3F02EE43-4826-4A23-86BB-696748935ACB}" srcOrd="5" destOrd="0" presId="urn:microsoft.com/office/officeart/2005/8/layout/vList2"/>
    <dgm:cxn modelId="{A5CE54AA-6693-4A63-85E4-F804D153FEF5}" type="presParOf" srcId="{F2E94C56-DF8C-4401-AC3F-736F8F8F9847}" destId="{AC43DA3A-AFDC-47D6-B186-30E73015F5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18AB1F6-81D3-4D35-981B-711F13A7CB6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891186-830A-4968-8BA2-F170CAA03438}">
      <dgm:prSet/>
      <dgm:spPr/>
      <dgm:t>
        <a:bodyPr/>
        <a:lstStyle/>
        <a:p>
          <a:r>
            <a:rPr lang="en-US"/>
            <a:t>AI 幻覺挑戰：模型仍可能產生錯誤資訊，必須由人工核實</a:t>
          </a:r>
        </a:p>
      </dgm:t>
    </dgm:pt>
    <dgm:pt modelId="{D1186A90-0B37-4732-934C-BF9BD24BC720}" type="parTrans" cxnId="{259868D8-C609-4759-AA2E-84A5C63FB691}">
      <dgm:prSet/>
      <dgm:spPr/>
      <dgm:t>
        <a:bodyPr/>
        <a:lstStyle/>
        <a:p>
          <a:endParaRPr lang="en-US"/>
        </a:p>
      </dgm:t>
    </dgm:pt>
    <dgm:pt modelId="{477593A0-FF74-47C8-A31C-6C8F5704AD05}" type="sibTrans" cxnId="{259868D8-C609-4759-AA2E-84A5C63FB691}">
      <dgm:prSet/>
      <dgm:spPr/>
      <dgm:t>
        <a:bodyPr/>
        <a:lstStyle/>
        <a:p>
          <a:endParaRPr lang="en-US"/>
        </a:p>
      </dgm:t>
    </dgm:pt>
    <dgm:pt modelId="{C5490177-D8A3-40DF-8E56-6FF98ED26612}">
      <dgm:prSet/>
      <dgm:spPr/>
      <dgm:t>
        <a:bodyPr/>
        <a:lstStyle/>
        <a:p>
          <a:r>
            <a:rPr lang="en-US"/>
            <a:t>優化方向：未來可導入 RAG (檢索增強生成) 降低幻覺</a:t>
          </a:r>
        </a:p>
      </dgm:t>
    </dgm:pt>
    <dgm:pt modelId="{E285542F-562F-45B5-A6A9-575D9712D491}" type="parTrans" cxnId="{76BCDD0B-8208-47E6-B792-CF175320CFD5}">
      <dgm:prSet/>
      <dgm:spPr/>
      <dgm:t>
        <a:bodyPr/>
        <a:lstStyle/>
        <a:p>
          <a:endParaRPr lang="en-US"/>
        </a:p>
      </dgm:t>
    </dgm:pt>
    <dgm:pt modelId="{239181E8-28C8-47B8-9BE1-A2FD9C071AF5}" type="sibTrans" cxnId="{76BCDD0B-8208-47E6-B792-CF175320CFD5}">
      <dgm:prSet/>
      <dgm:spPr/>
      <dgm:t>
        <a:bodyPr/>
        <a:lstStyle/>
        <a:p>
          <a:endParaRPr lang="en-US"/>
        </a:p>
      </dgm:t>
    </dgm:pt>
    <dgm:pt modelId="{5FC7FC33-5853-4B7D-8326-0C25AF1F4564}">
      <dgm:prSet/>
      <dgm:spPr/>
      <dgm:t>
        <a:bodyPr/>
        <a:lstStyle/>
        <a:p>
          <a:r>
            <a:rPr lang="en-US"/>
            <a:t>硬體限制：本地模型表現高度依賴 GPU 顯存大小</a:t>
          </a:r>
        </a:p>
      </dgm:t>
    </dgm:pt>
    <dgm:pt modelId="{D061FF49-F5F4-4C5A-AF11-7F760BED019F}" type="parTrans" cxnId="{232A8EC7-8A3E-480C-9340-6196559FB995}">
      <dgm:prSet/>
      <dgm:spPr/>
      <dgm:t>
        <a:bodyPr/>
        <a:lstStyle/>
        <a:p>
          <a:endParaRPr lang="en-US"/>
        </a:p>
      </dgm:t>
    </dgm:pt>
    <dgm:pt modelId="{A01BE355-B1AF-427E-99D4-2C20F130CF4E}" type="sibTrans" cxnId="{232A8EC7-8A3E-480C-9340-6196559FB995}">
      <dgm:prSet/>
      <dgm:spPr/>
      <dgm:t>
        <a:bodyPr/>
        <a:lstStyle/>
        <a:p>
          <a:endParaRPr lang="en-US"/>
        </a:p>
      </dgm:t>
    </dgm:pt>
    <dgm:pt modelId="{E0951698-2ACF-4172-A0D0-8D522452623D}">
      <dgm:prSet/>
      <dgm:spPr/>
      <dgm:t>
        <a:bodyPr/>
        <a:lstStyle/>
        <a:p>
          <a:r>
            <a:rPr lang="en-US"/>
            <a:t>持續追蹤：關注開源模型版本更新以提升穩定度</a:t>
          </a:r>
        </a:p>
      </dgm:t>
    </dgm:pt>
    <dgm:pt modelId="{5531BAFD-7A40-4C07-9E7F-118308640428}" type="parTrans" cxnId="{00FB04F3-0AD1-488A-A274-FA9337C34750}">
      <dgm:prSet/>
      <dgm:spPr/>
      <dgm:t>
        <a:bodyPr/>
        <a:lstStyle/>
        <a:p>
          <a:endParaRPr lang="en-US"/>
        </a:p>
      </dgm:t>
    </dgm:pt>
    <dgm:pt modelId="{5D200882-B531-4DE9-A7D4-5EC1DABDF278}" type="sibTrans" cxnId="{00FB04F3-0AD1-488A-A274-FA9337C34750}">
      <dgm:prSet/>
      <dgm:spPr/>
      <dgm:t>
        <a:bodyPr/>
        <a:lstStyle/>
        <a:p>
          <a:endParaRPr lang="en-US"/>
        </a:p>
      </dgm:t>
    </dgm:pt>
    <dgm:pt modelId="{AD09E4CD-B3B4-4B7C-95F7-A773859D8DE4}" type="pres">
      <dgm:prSet presAssocID="{818AB1F6-81D3-4D35-981B-711F13A7CB6A}" presName="linear" presStyleCnt="0">
        <dgm:presLayoutVars>
          <dgm:animLvl val="lvl"/>
          <dgm:resizeHandles val="exact"/>
        </dgm:presLayoutVars>
      </dgm:prSet>
      <dgm:spPr/>
    </dgm:pt>
    <dgm:pt modelId="{06D26682-E3A4-4162-A0A9-477442CFA9D5}" type="pres">
      <dgm:prSet presAssocID="{B7891186-830A-4968-8BA2-F170CAA034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5745793-94D9-4662-8FA5-445776552198}" type="pres">
      <dgm:prSet presAssocID="{477593A0-FF74-47C8-A31C-6C8F5704AD05}" presName="spacer" presStyleCnt="0"/>
      <dgm:spPr/>
    </dgm:pt>
    <dgm:pt modelId="{509914D7-FED2-4893-83FA-492EF91DE05B}" type="pres">
      <dgm:prSet presAssocID="{C5490177-D8A3-40DF-8E56-6FF98ED266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290A08-DE5F-4BCC-8609-6BE0A0DF7155}" type="pres">
      <dgm:prSet presAssocID="{239181E8-28C8-47B8-9BE1-A2FD9C071AF5}" presName="spacer" presStyleCnt="0"/>
      <dgm:spPr/>
    </dgm:pt>
    <dgm:pt modelId="{129C331B-013F-4D6B-98E6-8692C1837FA4}" type="pres">
      <dgm:prSet presAssocID="{5FC7FC33-5853-4B7D-8326-0C25AF1F45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E799AB-7330-4A18-A158-4C79A8C000FD}" type="pres">
      <dgm:prSet presAssocID="{A01BE355-B1AF-427E-99D4-2C20F130CF4E}" presName="spacer" presStyleCnt="0"/>
      <dgm:spPr/>
    </dgm:pt>
    <dgm:pt modelId="{B9112989-568D-4258-9C7B-79B51FB27EB4}" type="pres">
      <dgm:prSet presAssocID="{E0951698-2ACF-4172-A0D0-8D522452623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6BCDD0B-8208-47E6-B792-CF175320CFD5}" srcId="{818AB1F6-81D3-4D35-981B-711F13A7CB6A}" destId="{C5490177-D8A3-40DF-8E56-6FF98ED26612}" srcOrd="1" destOrd="0" parTransId="{E285542F-562F-45B5-A6A9-575D9712D491}" sibTransId="{239181E8-28C8-47B8-9BE1-A2FD9C071AF5}"/>
    <dgm:cxn modelId="{5489316B-348C-4904-81AA-6431900136AA}" type="presOf" srcId="{5FC7FC33-5853-4B7D-8326-0C25AF1F4564}" destId="{129C331B-013F-4D6B-98E6-8692C1837FA4}" srcOrd="0" destOrd="0" presId="urn:microsoft.com/office/officeart/2005/8/layout/vList2"/>
    <dgm:cxn modelId="{12EEECA8-AB01-4BC9-AFA6-EACFE49222DA}" type="presOf" srcId="{E0951698-2ACF-4172-A0D0-8D522452623D}" destId="{B9112989-568D-4258-9C7B-79B51FB27EB4}" srcOrd="0" destOrd="0" presId="urn:microsoft.com/office/officeart/2005/8/layout/vList2"/>
    <dgm:cxn modelId="{265DD9C6-103C-4850-A9DD-09564F1DDD80}" type="presOf" srcId="{818AB1F6-81D3-4D35-981B-711F13A7CB6A}" destId="{AD09E4CD-B3B4-4B7C-95F7-A773859D8DE4}" srcOrd="0" destOrd="0" presId="urn:microsoft.com/office/officeart/2005/8/layout/vList2"/>
    <dgm:cxn modelId="{232A8EC7-8A3E-480C-9340-6196559FB995}" srcId="{818AB1F6-81D3-4D35-981B-711F13A7CB6A}" destId="{5FC7FC33-5853-4B7D-8326-0C25AF1F4564}" srcOrd="2" destOrd="0" parTransId="{D061FF49-F5F4-4C5A-AF11-7F760BED019F}" sibTransId="{A01BE355-B1AF-427E-99D4-2C20F130CF4E}"/>
    <dgm:cxn modelId="{02F2C8CC-C1C0-4C32-9EA2-08E59B49EB04}" type="presOf" srcId="{C5490177-D8A3-40DF-8E56-6FF98ED26612}" destId="{509914D7-FED2-4893-83FA-492EF91DE05B}" srcOrd="0" destOrd="0" presId="urn:microsoft.com/office/officeart/2005/8/layout/vList2"/>
    <dgm:cxn modelId="{8296C6CD-D364-4870-BA64-1C01EC418FF8}" type="presOf" srcId="{B7891186-830A-4968-8BA2-F170CAA03438}" destId="{06D26682-E3A4-4162-A0A9-477442CFA9D5}" srcOrd="0" destOrd="0" presId="urn:microsoft.com/office/officeart/2005/8/layout/vList2"/>
    <dgm:cxn modelId="{259868D8-C609-4759-AA2E-84A5C63FB691}" srcId="{818AB1F6-81D3-4D35-981B-711F13A7CB6A}" destId="{B7891186-830A-4968-8BA2-F170CAA03438}" srcOrd="0" destOrd="0" parTransId="{D1186A90-0B37-4732-934C-BF9BD24BC720}" sibTransId="{477593A0-FF74-47C8-A31C-6C8F5704AD05}"/>
    <dgm:cxn modelId="{00FB04F3-0AD1-488A-A274-FA9337C34750}" srcId="{818AB1F6-81D3-4D35-981B-711F13A7CB6A}" destId="{E0951698-2ACF-4172-A0D0-8D522452623D}" srcOrd="3" destOrd="0" parTransId="{5531BAFD-7A40-4C07-9E7F-118308640428}" sibTransId="{5D200882-B531-4DE9-A7D4-5EC1DABDF278}"/>
    <dgm:cxn modelId="{80DBDE23-C526-43C4-80D8-EF0061FA62C2}" type="presParOf" srcId="{AD09E4CD-B3B4-4B7C-95F7-A773859D8DE4}" destId="{06D26682-E3A4-4162-A0A9-477442CFA9D5}" srcOrd="0" destOrd="0" presId="urn:microsoft.com/office/officeart/2005/8/layout/vList2"/>
    <dgm:cxn modelId="{066FE12E-3D7B-4534-8F71-00985133E358}" type="presParOf" srcId="{AD09E4CD-B3B4-4B7C-95F7-A773859D8DE4}" destId="{E5745793-94D9-4662-8FA5-445776552198}" srcOrd="1" destOrd="0" presId="urn:microsoft.com/office/officeart/2005/8/layout/vList2"/>
    <dgm:cxn modelId="{8D0FA5F5-61C0-45E2-836E-CF864DB6B5A9}" type="presParOf" srcId="{AD09E4CD-B3B4-4B7C-95F7-A773859D8DE4}" destId="{509914D7-FED2-4893-83FA-492EF91DE05B}" srcOrd="2" destOrd="0" presId="urn:microsoft.com/office/officeart/2005/8/layout/vList2"/>
    <dgm:cxn modelId="{34A43A40-D9E0-470D-A488-6B8D45E7F46E}" type="presParOf" srcId="{AD09E4CD-B3B4-4B7C-95F7-A773859D8DE4}" destId="{74290A08-DE5F-4BCC-8609-6BE0A0DF7155}" srcOrd="3" destOrd="0" presId="urn:microsoft.com/office/officeart/2005/8/layout/vList2"/>
    <dgm:cxn modelId="{D111389C-0648-4094-B3D6-51D8E8E052CE}" type="presParOf" srcId="{AD09E4CD-B3B4-4B7C-95F7-A773859D8DE4}" destId="{129C331B-013F-4D6B-98E6-8692C1837FA4}" srcOrd="4" destOrd="0" presId="urn:microsoft.com/office/officeart/2005/8/layout/vList2"/>
    <dgm:cxn modelId="{56BAFF07-9E8D-45F7-AD5A-CE8DFA8C9051}" type="presParOf" srcId="{AD09E4CD-B3B4-4B7C-95F7-A773859D8DE4}" destId="{08E799AB-7330-4A18-A158-4C79A8C000FD}" srcOrd="5" destOrd="0" presId="urn:microsoft.com/office/officeart/2005/8/layout/vList2"/>
    <dgm:cxn modelId="{ED366E2C-032B-4487-80B5-92088B47DF53}" type="presParOf" srcId="{AD09E4CD-B3B4-4B7C-95F7-A773859D8DE4}" destId="{B9112989-568D-4258-9C7B-79B51FB27EB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B4467-73C2-4B62-AB6B-86B7E5595DB6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AA9D7-965A-4338-9D55-CD6B2D2F4AA4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探索開源 LLM 在本地環境部署的可行性</a:t>
          </a:r>
        </a:p>
      </dsp:txBody>
      <dsp:txXfrm>
        <a:off x="2479673" y="478140"/>
        <a:ext cx="1475545" cy="1475545"/>
      </dsp:txXfrm>
    </dsp:sp>
    <dsp:sp modelId="{0B13A024-D255-485A-9C26-4185D63BD81A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比較不同模型在處理特定技術文件時的表現差異</a:t>
          </a:r>
        </a:p>
      </dsp:txBody>
      <dsp:txXfrm>
        <a:off x="4240651" y="478140"/>
        <a:ext cx="1475545" cy="1475545"/>
      </dsp:txXfrm>
    </dsp:sp>
    <dsp:sp modelId="{9C8B2434-D934-4BA1-853C-2E0A34F609EC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尋求 100% 免費且無需 API Key 的高效 AI 解決方案</a:t>
          </a:r>
        </a:p>
      </dsp:txBody>
      <dsp:txXfrm>
        <a:off x="2479673" y="2239118"/>
        <a:ext cx="1475545" cy="1475545"/>
      </dsp:txXfrm>
    </dsp:sp>
    <dsp:sp modelId="{92098140-E395-4828-9C95-A1D1BD2B3C99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驗證本地模型在隱私保護與回應速度上的平衡</a:t>
          </a:r>
        </a:p>
      </dsp:txBody>
      <dsp:txXfrm>
        <a:off x="4240651" y="2239118"/>
        <a:ext cx="1475545" cy="1475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CCC44-8BD1-4293-AE5B-CD477565D5B5}">
      <dsp:nvSpPr>
        <dsp:cNvPr id="0" name=""/>
        <dsp:cNvSpPr/>
      </dsp:nvSpPr>
      <dsp:spPr>
        <a:xfrm>
          <a:off x="0" y="438152"/>
          <a:ext cx="8195871" cy="7751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核心框架：使用 Ollama 進行本地模型管理與運行</a:t>
          </a:r>
        </a:p>
      </dsp:txBody>
      <dsp:txXfrm>
        <a:off x="37838" y="475990"/>
        <a:ext cx="8120195" cy="699449"/>
      </dsp:txXfrm>
    </dsp:sp>
    <dsp:sp modelId="{C4A4B67B-6884-4F70-812C-433BB3A9CBBB}">
      <dsp:nvSpPr>
        <dsp:cNvPr id="0" name=""/>
        <dsp:cNvSpPr/>
      </dsp:nvSpPr>
      <dsp:spPr>
        <a:xfrm>
          <a:off x="0" y="1285277"/>
          <a:ext cx="8195871" cy="77512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測試模型：DeepSeek-R1, Gemma4, Qwen3</a:t>
          </a:r>
        </a:p>
      </dsp:txBody>
      <dsp:txXfrm>
        <a:off x="37838" y="1323115"/>
        <a:ext cx="8120195" cy="699449"/>
      </dsp:txXfrm>
    </dsp:sp>
    <dsp:sp modelId="{12022CDF-1A1B-4D97-9823-CBDA4BDA23C8}">
      <dsp:nvSpPr>
        <dsp:cNvPr id="0" name=""/>
        <dsp:cNvSpPr/>
      </dsp:nvSpPr>
      <dsp:spPr>
        <a:xfrm>
          <a:off x="0" y="2132402"/>
          <a:ext cx="8195871" cy="77512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成本分析：完全免費，無需申請 API Key，無 Token 費用</a:t>
          </a:r>
        </a:p>
      </dsp:txBody>
      <dsp:txXfrm>
        <a:off x="37838" y="2170240"/>
        <a:ext cx="8120195" cy="699449"/>
      </dsp:txXfrm>
    </dsp:sp>
    <dsp:sp modelId="{EA1255F1-6B5A-4308-AC92-94442F409B16}">
      <dsp:nvSpPr>
        <dsp:cNvPr id="0" name=""/>
        <dsp:cNvSpPr/>
      </dsp:nvSpPr>
      <dsp:spPr>
        <a:xfrm>
          <a:off x="0" y="2979527"/>
          <a:ext cx="8195871" cy="7751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部署方式：一鍵式本地部署，確保數據不外流</a:t>
          </a:r>
        </a:p>
      </dsp:txBody>
      <dsp:txXfrm>
        <a:off x="37838" y="3017365"/>
        <a:ext cx="8120195" cy="6994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23C06-4998-4B81-A886-89350B2732EC}">
      <dsp:nvSpPr>
        <dsp:cNvPr id="0" name=""/>
        <dsp:cNvSpPr/>
      </dsp:nvSpPr>
      <dsp:spPr>
        <a:xfrm>
          <a:off x="376435" y="8589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7D197-0574-4061-A1D6-DA5CED9EDA9D}">
      <dsp:nvSpPr>
        <dsp:cNvPr id="0" name=""/>
        <dsp:cNvSpPr/>
      </dsp:nvSpPr>
      <dsp:spPr>
        <a:xfrm>
          <a:off x="610435" y="10929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629D8-3EF0-4586-8739-90EE63A64A5D}">
      <dsp:nvSpPr>
        <dsp:cNvPr id="0" name=""/>
        <dsp:cNvSpPr/>
      </dsp:nvSpPr>
      <dsp:spPr>
        <a:xfrm>
          <a:off x="25435" y="2298902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程式碼編輯器：使用 VS Code 進行腳本撰寫與調試</a:t>
          </a:r>
        </a:p>
      </dsp:txBody>
      <dsp:txXfrm>
        <a:off x="25435" y="2298902"/>
        <a:ext cx="1800000" cy="1035000"/>
      </dsp:txXfrm>
    </dsp:sp>
    <dsp:sp modelId="{30AF480A-87BF-457C-9E4C-FB37A9DF6A33}">
      <dsp:nvSpPr>
        <dsp:cNvPr id="0" name=""/>
        <dsp:cNvSpPr/>
      </dsp:nvSpPr>
      <dsp:spPr>
        <a:xfrm>
          <a:off x="2491435" y="8589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27292-1E4D-4BEA-838A-A0C9986BDA8C}">
      <dsp:nvSpPr>
        <dsp:cNvPr id="0" name=""/>
        <dsp:cNvSpPr/>
      </dsp:nvSpPr>
      <dsp:spPr>
        <a:xfrm>
          <a:off x="2725435" y="10929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842B3-4FE7-4D7C-BCDA-DDF8D731B72A}">
      <dsp:nvSpPr>
        <dsp:cNvPr id="0" name=""/>
        <dsp:cNvSpPr/>
      </dsp:nvSpPr>
      <dsp:spPr>
        <a:xfrm>
          <a:off x="2140435" y="2298902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環境管理：透過 OMP (Open Model Platform) 優化運行環境</a:t>
          </a:r>
        </a:p>
      </dsp:txBody>
      <dsp:txXfrm>
        <a:off x="2140435" y="2298902"/>
        <a:ext cx="1800000" cy="1035000"/>
      </dsp:txXfrm>
    </dsp:sp>
    <dsp:sp modelId="{E2E8A507-8C25-4AC1-9C09-BBBF2E77F4C2}">
      <dsp:nvSpPr>
        <dsp:cNvPr id="0" name=""/>
        <dsp:cNvSpPr/>
      </dsp:nvSpPr>
      <dsp:spPr>
        <a:xfrm>
          <a:off x="4606435" y="8589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E5327-2190-4082-A9EB-072D36496DD9}">
      <dsp:nvSpPr>
        <dsp:cNvPr id="0" name=""/>
        <dsp:cNvSpPr/>
      </dsp:nvSpPr>
      <dsp:spPr>
        <a:xfrm>
          <a:off x="4840435" y="10929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D3C40-F445-4FBA-B248-0AE1999D1970}">
      <dsp:nvSpPr>
        <dsp:cNvPr id="0" name=""/>
        <dsp:cNvSpPr/>
      </dsp:nvSpPr>
      <dsp:spPr>
        <a:xfrm>
          <a:off x="4255435" y="2298902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版本控制：使用 Git 進行版本追蹤，同步至 GitHub 儲存庫</a:t>
          </a:r>
        </a:p>
      </dsp:txBody>
      <dsp:txXfrm>
        <a:off x="4255435" y="2298902"/>
        <a:ext cx="1800000" cy="1035000"/>
      </dsp:txXfrm>
    </dsp:sp>
    <dsp:sp modelId="{0A810FF3-109A-4E50-A8D7-C3F536607700}">
      <dsp:nvSpPr>
        <dsp:cNvPr id="0" name=""/>
        <dsp:cNvSpPr/>
      </dsp:nvSpPr>
      <dsp:spPr>
        <a:xfrm>
          <a:off x="6721435" y="8589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87661-4F62-41EE-A088-2C325C2D856F}">
      <dsp:nvSpPr>
        <dsp:cNvPr id="0" name=""/>
        <dsp:cNvSpPr/>
      </dsp:nvSpPr>
      <dsp:spPr>
        <a:xfrm>
          <a:off x="6955435" y="10929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18521-AAAF-4BB3-8C81-24B2B37C0A9B}">
      <dsp:nvSpPr>
        <dsp:cNvPr id="0" name=""/>
        <dsp:cNvSpPr/>
      </dsp:nvSpPr>
      <dsp:spPr>
        <a:xfrm>
          <a:off x="6370435" y="2298902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工作流：Markdown 記錄 $_x000D_ightarrow$ Python 自動化 $_x000D_ightarrow$ PPT 輸出</a:t>
          </a:r>
        </a:p>
      </dsp:txBody>
      <dsp:txXfrm>
        <a:off x="6370435" y="2298902"/>
        <a:ext cx="1800000" cy="1035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FA274-1C1A-4B74-9EE4-297DBF19F9C6}">
      <dsp:nvSpPr>
        <dsp:cNvPr id="0" name=""/>
        <dsp:cNvSpPr/>
      </dsp:nvSpPr>
      <dsp:spPr>
        <a:xfrm>
          <a:off x="0" y="85098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8F2C3-740C-4035-9CA2-9492C8A85E83}">
      <dsp:nvSpPr>
        <dsp:cNvPr id="0" name=""/>
        <dsp:cNvSpPr/>
      </dsp:nvSpPr>
      <dsp:spPr>
        <a:xfrm>
          <a:off x="409793" y="600062"/>
          <a:ext cx="5737109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測試素材：使用專業文件 `Mambas.pdf` 作為評測基準</a:t>
          </a:r>
        </a:p>
      </dsp:txBody>
      <dsp:txXfrm>
        <a:off x="434291" y="624560"/>
        <a:ext cx="5688113" cy="452844"/>
      </dsp:txXfrm>
    </dsp:sp>
    <dsp:sp modelId="{8488B9C1-60DB-4706-BDC4-30A3E339EEB5}">
      <dsp:nvSpPr>
        <dsp:cNvPr id="0" name=""/>
        <dsp:cNvSpPr/>
      </dsp:nvSpPr>
      <dsp:spPr>
        <a:xfrm>
          <a:off x="0" y="162210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5EAE1B-2055-43F6-8DE3-0AF9DFC32767}">
      <dsp:nvSpPr>
        <dsp:cNvPr id="0" name=""/>
        <dsp:cNvSpPr/>
      </dsp:nvSpPr>
      <dsp:spPr>
        <a:xfrm>
          <a:off x="409793" y="1371182"/>
          <a:ext cx="5737109" cy="5018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測試維度：資訊擷取準確率、邏輯推理能力、穩定性</a:t>
          </a:r>
        </a:p>
      </dsp:txBody>
      <dsp:txXfrm>
        <a:off x="434291" y="1395680"/>
        <a:ext cx="5688113" cy="452844"/>
      </dsp:txXfrm>
    </dsp:sp>
    <dsp:sp modelId="{C5F4150B-B264-40DA-A61B-CAEFB7DBB81B}">
      <dsp:nvSpPr>
        <dsp:cNvPr id="0" name=""/>
        <dsp:cNvSpPr/>
      </dsp:nvSpPr>
      <dsp:spPr>
        <a:xfrm>
          <a:off x="0" y="239322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08FF1-04DB-43B0-A555-2C51CF6F0507}">
      <dsp:nvSpPr>
        <dsp:cNvPr id="0" name=""/>
        <dsp:cNvSpPr/>
      </dsp:nvSpPr>
      <dsp:spPr>
        <a:xfrm>
          <a:off x="409793" y="2142302"/>
          <a:ext cx="5737109" cy="5018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測試方法：針對 PDF 內容提出複雜問題，分析模型回覆</a:t>
          </a:r>
        </a:p>
      </dsp:txBody>
      <dsp:txXfrm>
        <a:off x="434291" y="2166800"/>
        <a:ext cx="5688113" cy="452844"/>
      </dsp:txXfrm>
    </dsp:sp>
    <dsp:sp modelId="{DDFC7767-6A81-40B0-90BC-A558E9F56279}">
      <dsp:nvSpPr>
        <dsp:cNvPr id="0" name=""/>
        <dsp:cNvSpPr/>
      </dsp:nvSpPr>
      <dsp:spPr>
        <a:xfrm>
          <a:off x="0" y="316434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44701B-2E40-4F94-86CA-B5C00887F154}">
      <dsp:nvSpPr>
        <dsp:cNvPr id="0" name=""/>
        <dsp:cNvSpPr/>
      </dsp:nvSpPr>
      <dsp:spPr>
        <a:xfrm>
          <a:off x="409793" y="2913422"/>
          <a:ext cx="5737109" cy="5018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對比標準：比對原文件事實，檢查是否存在幻覺現象</a:t>
          </a:r>
        </a:p>
      </dsp:txBody>
      <dsp:txXfrm>
        <a:off x="434291" y="2937920"/>
        <a:ext cx="5688113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ACF83-3C14-4986-A8A9-766A04215F83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表現不穩定：在處理長文本時多次出現嚴重幻覺 (Hallucinations)</a:t>
          </a:r>
        </a:p>
      </dsp:txBody>
      <dsp:txXfrm>
        <a:off x="715337" y="2413"/>
        <a:ext cx="3221521" cy="1932912"/>
      </dsp:txXfrm>
    </dsp:sp>
    <dsp:sp modelId="{E9CE13B0-06D2-4764-97BF-B8C1D536BB98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穩定性不足：在執行複雜邏輯推論時發生程式當機</a:t>
          </a:r>
        </a:p>
      </dsp:txBody>
      <dsp:txXfrm>
        <a:off x="4259011" y="2413"/>
        <a:ext cx="3221521" cy="1932912"/>
      </dsp:txXfrm>
    </dsp:sp>
    <dsp:sp modelId="{B05B9747-DAD7-460B-BEDB-00E11C07E908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準確率低：回答內容與 `Mambas.pdf` 原文脫節</a:t>
          </a:r>
        </a:p>
      </dsp:txBody>
      <dsp:txXfrm>
        <a:off x="715337" y="2257478"/>
        <a:ext cx="3221521" cy="1932912"/>
      </dsp:txXfrm>
    </dsp:sp>
    <dsp:sp modelId="{6D122081-57D5-447A-AA81-530A149E92C5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結論：目前版本在本地環境的穩定度不足以應對專業文件</a:t>
          </a:r>
        </a:p>
      </dsp:txBody>
      <dsp:txXfrm>
        <a:off x="4259011" y="2257478"/>
        <a:ext cx="3221521" cy="19329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9219F-C9F2-4E1D-BE7B-6B63FEAEBBBD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邏輯極強：展現出極其嚴謹的推理鏈條 (Chain-of-Thought)</a:t>
          </a:r>
        </a:p>
      </dsp:txBody>
      <dsp:txXfrm>
        <a:off x="715337" y="2413"/>
        <a:ext cx="3221521" cy="1932912"/>
      </dsp:txXfrm>
    </dsp:sp>
    <dsp:sp modelId="{D8C31707-D927-4917-A2CC-6685DC2F2E07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精準度高：能準確定位 `Mambas.pdf` 中的關鍵技術細節</a:t>
          </a:r>
        </a:p>
      </dsp:txBody>
      <dsp:txXfrm>
        <a:off x="4259011" y="2413"/>
        <a:ext cx="3221521" cy="1932912"/>
      </dsp:txXfrm>
    </dsp:sp>
    <dsp:sp modelId="{9066AD40-A8F8-4441-97F6-90B819EAB1EA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運行效率：在 Ollama 環境下反應迅速且輸出穩定</a:t>
          </a:r>
        </a:p>
      </dsp:txBody>
      <dsp:txXfrm>
        <a:off x="715337" y="2257478"/>
        <a:ext cx="3221521" cy="1932912"/>
      </dsp:txXfrm>
    </dsp:sp>
    <dsp:sp modelId="{D28AE718-AEB9-439A-8D78-594BFC41A57E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結論：是目前本地邏輯分析最推薦的免費模型</a:t>
          </a:r>
        </a:p>
      </dsp:txBody>
      <dsp:txXfrm>
        <a:off x="4259011" y="2257478"/>
        <a:ext cx="3221521" cy="19329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C678E3-9F4C-42F1-9CE0-50CC416E858C}">
      <dsp:nvSpPr>
        <dsp:cNvPr id="0" name=""/>
        <dsp:cNvSpPr/>
      </dsp:nvSpPr>
      <dsp:spPr>
        <a:xfrm>
          <a:off x="0" y="504482"/>
          <a:ext cx="8195871" cy="744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結構優異：回覆內容分點明確，結構化程度最高</a:t>
          </a:r>
        </a:p>
      </dsp:txBody>
      <dsp:txXfrm>
        <a:off x="36325" y="540807"/>
        <a:ext cx="8123221" cy="671470"/>
      </dsp:txXfrm>
    </dsp:sp>
    <dsp:sp modelId="{0CBDD6ED-7DF8-4061-B76E-9931D32C4FF8}">
      <dsp:nvSpPr>
        <dsp:cNvPr id="0" name=""/>
        <dsp:cNvSpPr/>
      </dsp:nvSpPr>
      <dsp:spPr>
        <a:xfrm>
          <a:off x="0" y="1317722"/>
          <a:ext cx="8195871" cy="74412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完整度高：能提供全面性的摘要，不遺漏重要資訊</a:t>
          </a:r>
        </a:p>
      </dsp:txBody>
      <dsp:txXfrm>
        <a:off x="36325" y="1354047"/>
        <a:ext cx="8123221" cy="671470"/>
      </dsp:txXfrm>
    </dsp:sp>
    <dsp:sp modelId="{5D492009-A6D9-492D-B0B1-B05020EC33C7}">
      <dsp:nvSpPr>
        <dsp:cNvPr id="0" name=""/>
        <dsp:cNvSpPr/>
      </dsp:nvSpPr>
      <dsp:spPr>
        <a:xfrm>
          <a:off x="0" y="2130962"/>
          <a:ext cx="8195871" cy="74412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限制條件：需維持網路連線（Cloud 版本），非完全本地化</a:t>
          </a:r>
        </a:p>
      </dsp:txBody>
      <dsp:txXfrm>
        <a:off x="36325" y="2167287"/>
        <a:ext cx="8123221" cy="671470"/>
      </dsp:txXfrm>
    </dsp:sp>
    <dsp:sp modelId="{284CBF71-BD76-4E4C-81FF-8A475D8655D8}">
      <dsp:nvSpPr>
        <dsp:cNvPr id="0" name=""/>
        <dsp:cNvSpPr/>
      </dsp:nvSpPr>
      <dsp:spPr>
        <a:xfrm>
          <a:off x="0" y="2944202"/>
          <a:ext cx="8195871" cy="7441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結論：適合需要高品質格式輸出且允許連網的場景</a:t>
          </a:r>
        </a:p>
      </dsp:txBody>
      <dsp:txXfrm>
        <a:off x="36325" y="2980527"/>
        <a:ext cx="8123221" cy="6714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48434-041F-42C9-AF2B-9A25245272D0}">
      <dsp:nvSpPr>
        <dsp:cNvPr id="0" name=""/>
        <dsp:cNvSpPr/>
      </dsp:nvSpPr>
      <dsp:spPr>
        <a:xfrm>
          <a:off x="0" y="66990"/>
          <a:ext cx="5175384" cy="1298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邏輯推論：DeepSeek-R1 &gt; Gemma4 &gt; Qwen3</a:t>
          </a:r>
        </a:p>
      </dsp:txBody>
      <dsp:txXfrm>
        <a:off x="63397" y="130387"/>
        <a:ext cx="5048590" cy="1171906"/>
      </dsp:txXfrm>
    </dsp:sp>
    <dsp:sp modelId="{E02BDF09-6D80-4DF0-AC66-CDEC6A00AC1E}">
      <dsp:nvSpPr>
        <dsp:cNvPr id="0" name=""/>
        <dsp:cNvSpPr/>
      </dsp:nvSpPr>
      <dsp:spPr>
        <a:xfrm>
          <a:off x="0" y="1434810"/>
          <a:ext cx="5175384" cy="12987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輸出結構：Gemma4 &gt; DeepSeek-R1 &gt; Qwen3</a:t>
          </a:r>
        </a:p>
      </dsp:txBody>
      <dsp:txXfrm>
        <a:off x="63397" y="1498207"/>
        <a:ext cx="5048590" cy="1171906"/>
      </dsp:txXfrm>
    </dsp:sp>
    <dsp:sp modelId="{2991A9EF-B3ED-423F-80EA-81AD4BFCFA38}">
      <dsp:nvSpPr>
        <dsp:cNvPr id="0" name=""/>
        <dsp:cNvSpPr/>
      </dsp:nvSpPr>
      <dsp:spPr>
        <a:xfrm>
          <a:off x="0" y="2802630"/>
          <a:ext cx="5175384" cy="12987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穩定程度：DeepSeek-R1 &gt; Gemma4 &gt; Qwen3</a:t>
          </a:r>
        </a:p>
      </dsp:txBody>
      <dsp:txXfrm>
        <a:off x="63397" y="2866027"/>
        <a:ext cx="5048590" cy="1171906"/>
      </dsp:txXfrm>
    </dsp:sp>
    <dsp:sp modelId="{AC43DA3A-AFDC-47D6-B186-30E73015F50E}">
      <dsp:nvSpPr>
        <dsp:cNvPr id="0" name=""/>
        <dsp:cNvSpPr/>
      </dsp:nvSpPr>
      <dsp:spPr>
        <a:xfrm>
          <a:off x="0" y="4170450"/>
          <a:ext cx="5175384" cy="12987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最終結論：DeepSeek-R1 是本地免費分析的最佳平衡選擇</a:t>
          </a:r>
        </a:p>
      </dsp:txBody>
      <dsp:txXfrm>
        <a:off x="63397" y="4233847"/>
        <a:ext cx="5048590" cy="11719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26682-E3A4-4162-A0A9-477442CFA9D5}">
      <dsp:nvSpPr>
        <dsp:cNvPr id="0" name=""/>
        <dsp:cNvSpPr/>
      </dsp:nvSpPr>
      <dsp:spPr>
        <a:xfrm>
          <a:off x="0" y="81030"/>
          <a:ext cx="5175384" cy="12916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幻覺挑戰：模型仍可能產生錯誤資訊，必須由人工核實</a:t>
          </a:r>
        </a:p>
      </dsp:txBody>
      <dsp:txXfrm>
        <a:off x="63055" y="144085"/>
        <a:ext cx="5049274" cy="1165569"/>
      </dsp:txXfrm>
    </dsp:sp>
    <dsp:sp modelId="{509914D7-FED2-4893-83FA-492EF91DE05B}">
      <dsp:nvSpPr>
        <dsp:cNvPr id="0" name=""/>
        <dsp:cNvSpPr/>
      </dsp:nvSpPr>
      <dsp:spPr>
        <a:xfrm>
          <a:off x="0" y="1441830"/>
          <a:ext cx="5175384" cy="129167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優化方向：未來可導入 RAG (檢索增強生成) 降低幻覺</a:t>
          </a:r>
        </a:p>
      </dsp:txBody>
      <dsp:txXfrm>
        <a:off x="63055" y="1504885"/>
        <a:ext cx="5049274" cy="1165569"/>
      </dsp:txXfrm>
    </dsp:sp>
    <dsp:sp modelId="{129C331B-013F-4D6B-98E6-8692C1837FA4}">
      <dsp:nvSpPr>
        <dsp:cNvPr id="0" name=""/>
        <dsp:cNvSpPr/>
      </dsp:nvSpPr>
      <dsp:spPr>
        <a:xfrm>
          <a:off x="0" y="2802630"/>
          <a:ext cx="5175384" cy="129167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硬體限制：本地模型表現高度依賴 GPU 顯存大小</a:t>
          </a:r>
        </a:p>
      </dsp:txBody>
      <dsp:txXfrm>
        <a:off x="63055" y="2865685"/>
        <a:ext cx="5049274" cy="1165569"/>
      </dsp:txXfrm>
    </dsp:sp>
    <dsp:sp modelId="{B9112989-568D-4258-9C7B-79B51FB27EB4}">
      <dsp:nvSpPr>
        <dsp:cNvPr id="0" name=""/>
        <dsp:cNvSpPr/>
      </dsp:nvSpPr>
      <dsp:spPr>
        <a:xfrm>
          <a:off x="0" y="4163430"/>
          <a:ext cx="5175384" cy="129167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持續追蹤：關注開源模型版本更新以提升穩定度</a:t>
          </a:r>
        </a:p>
      </dsp:txBody>
      <dsp:txXfrm>
        <a:off x="63055" y="4226485"/>
        <a:ext cx="5049274" cy="1165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TW" altLang="en-US" sz="3500">
                <a:solidFill>
                  <a:srgbClr val="FFFFFF"/>
                </a:solidFill>
              </a:rPr>
              <a:t>研究動機與目的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FCBDB0-777C-5749-4F9A-5FE8EBDD5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53657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TW" altLang="en-US" sz="3500">
                <a:solidFill>
                  <a:srgbClr val="FFFFFF"/>
                </a:solidFill>
              </a:rPr>
              <a:t>實驗環境與工具建置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A978EE-5F0B-BDFB-5D48-7F623A2F3D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63673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TW" altLang="en-US" sz="3500">
                <a:solidFill>
                  <a:srgbClr val="FFFFFF"/>
                </a:solidFill>
              </a:rPr>
              <a:t>開發環境與版本控制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0473C4-B2CC-8B30-3FA0-9F9723802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818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TW" altLang="en-US" sz="3500">
                <a:solidFill>
                  <a:srgbClr val="FFFFFF"/>
                </a:solidFill>
              </a:rPr>
              <a:t>實驗設計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ED73A8-9077-CDF7-413F-EF80AA0F1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0384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TW" altLang="en-US" sz="3500">
                <a:solidFill>
                  <a:srgbClr val="FFFFFF"/>
                </a:solidFill>
              </a:rPr>
              <a:t>模型評測結果 </a:t>
            </a:r>
            <a:r>
              <a:rPr lang="en-US" altLang="zh-TW" sz="3500">
                <a:solidFill>
                  <a:srgbClr val="FFFFFF"/>
                </a:solidFill>
              </a:rPr>
              <a:t>(1) - Qwen3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1EA50DE-68E4-FDD8-A8D4-C33E8B0EA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81177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TW" altLang="en-US" sz="3500">
                <a:solidFill>
                  <a:srgbClr val="FFFFFF"/>
                </a:solidFill>
              </a:rPr>
              <a:t>模型評測結果 </a:t>
            </a:r>
            <a:r>
              <a:rPr lang="en-US" altLang="zh-TW" sz="3500">
                <a:solidFill>
                  <a:srgbClr val="FFFFFF"/>
                </a:solidFill>
              </a:rPr>
              <a:t>(2) - </a:t>
            </a:r>
            <a:r>
              <a:rPr lang="en-US" sz="3500">
                <a:solidFill>
                  <a:srgbClr val="FFFFFF"/>
                </a:solidFill>
              </a:rPr>
              <a:t>DeepSeek-R1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F536F6B-0A2C-E3E4-5FB8-A6A14E66F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2829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TW" altLang="en-US" sz="3500">
                <a:solidFill>
                  <a:srgbClr val="FFFFFF"/>
                </a:solidFill>
              </a:rPr>
              <a:t>模型評測結果 </a:t>
            </a:r>
            <a:r>
              <a:rPr lang="en-US" altLang="zh-TW" sz="3500">
                <a:solidFill>
                  <a:srgbClr val="FFFFFF"/>
                </a:solidFill>
              </a:rPr>
              <a:t>(3) - Gemma4-cloud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115062-CEA8-C80B-36E8-0B65EB25C4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182000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zh-TW" altLang="en-US" sz="4700"/>
              <a:t>綜合比較與結論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DE250F-388A-CDC0-59A4-C5EF20909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51003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zh-TW" altLang="en-US" sz="4700"/>
              <a:t>未來展望與限制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E9C1B7-C0AA-26BB-B96D-EF76872BC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78845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276</Words>
  <Application>Microsoft Office PowerPoint</Application>
  <PresentationFormat>如螢幕大小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研究動機與目的</vt:lpstr>
      <vt:lpstr>實驗環境與工具建置</vt:lpstr>
      <vt:lpstr>開發環境與版本控制</vt:lpstr>
      <vt:lpstr>實驗設計</vt:lpstr>
      <vt:lpstr>模型評測結果 (1) - Qwen3</vt:lpstr>
      <vt:lpstr>模型評測結果 (2) - DeepSeek-R1</vt:lpstr>
      <vt:lpstr>模型評測結果 (3) - Gemma4-cloud</vt:lpstr>
      <vt:lpstr>綜合比較與結論</vt:lpstr>
      <vt:lpstr>未來展望與限制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鍾隆諭</cp:lastModifiedBy>
  <cp:revision>2</cp:revision>
  <dcterms:created xsi:type="dcterms:W3CDTF">2013-01-27T09:14:16Z</dcterms:created>
  <dcterms:modified xsi:type="dcterms:W3CDTF">2026-10-20T16:45:53Z</dcterms:modified>
  <cp:category/>
</cp:coreProperties>
</file>